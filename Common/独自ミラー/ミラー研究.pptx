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CD6812-BCD4-4FD9-B84F-3E4731E78D2C}" v="39" dt="2026-03-03T08:21:31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200" d="100"/>
          <a:sy n="200" d="100"/>
        </p:scale>
        <p:origin x="-2694" y="-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晟乃 中村" userId="3015a327a8a51985" providerId="LiveId" clId="{62699987-65F9-42DD-85C7-F217CA63553E}"/>
    <pc:docChg chg="undo custSel modSld">
      <pc:chgData name="晟乃 中村" userId="3015a327a8a51985" providerId="LiveId" clId="{62699987-65F9-42DD-85C7-F217CA63553E}" dt="2026-03-03T08:21:31.668" v="1162" actId="164"/>
      <pc:docMkLst>
        <pc:docMk/>
      </pc:docMkLst>
      <pc:sldChg chg="addSp delSp modSp mod">
        <pc:chgData name="晟乃 中村" userId="3015a327a8a51985" providerId="LiveId" clId="{62699987-65F9-42DD-85C7-F217CA63553E}" dt="2026-03-03T08:21:31.668" v="1162" actId="164"/>
        <pc:sldMkLst>
          <pc:docMk/>
          <pc:sldMk cId="928228188" sldId="256"/>
        </pc:sldMkLst>
        <pc:spChg chg="add 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4" creationId="{95BA1814-9EBF-CA94-BEAA-96427E30EBD6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11" creationId="{21B9077E-208B-F02D-5C68-39A431605F47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12" creationId="{7EBE4460-0214-835C-A2CF-81634A14FF22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16" creationId="{0BF509CE-540D-280C-D1C9-202461482427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20" creationId="{742513A1-75B5-7F75-B62B-0539E23A2EC8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23" creationId="{73DA0703-41DF-6785-C445-CA51553FA084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24" creationId="{22F8025A-BECE-A418-9CF7-6423C10C09EA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32" creationId="{E052480C-AAE0-B51D-B6A5-E880D8439DB5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34" creationId="{DCD79A18-07F0-F9D9-E4FC-6DFBF6BBBD67}"/>
          </ac:spMkLst>
        </pc:spChg>
        <pc:spChg chg="mod">
          <ac:chgData name="晟乃 中村" userId="3015a327a8a51985" providerId="LiveId" clId="{62699987-65F9-42DD-85C7-F217CA63553E}" dt="2026-02-28T15:29:22.608" v="2"/>
          <ac:spMkLst>
            <pc:docMk/>
            <pc:sldMk cId="928228188" sldId="256"/>
            <ac:spMk id="36" creationId="{6BD1434D-B8DC-1338-307C-2C227F9DD8B5}"/>
          </ac:spMkLst>
        </pc:spChg>
        <pc:spChg chg="add mod topLvl">
          <ac:chgData name="晟乃 中村" userId="3015a327a8a51985" providerId="LiveId" clId="{62699987-65F9-42DD-85C7-F217CA63553E}" dt="2026-03-03T08:17:26.948" v="1131" actId="1076"/>
          <ac:spMkLst>
            <pc:docMk/>
            <pc:sldMk cId="928228188" sldId="256"/>
            <ac:spMk id="41" creationId="{AB5A65E5-D1CE-5AD5-25E5-9B8A399E8B12}"/>
          </ac:spMkLst>
        </pc:spChg>
        <pc:spChg chg="add mod">
          <ac:chgData name="晟乃 中村" userId="3015a327a8a51985" providerId="LiveId" clId="{62699987-65F9-42DD-85C7-F217CA63553E}" dt="2026-03-01T09:43:43.320" v="168" actId="1035"/>
          <ac:spMkLst>
            <pc:docMk/>
            <pc:sldMk cId="928228188" sldId="256"/>
            <ac:spMk id="42" creationId="{10A2D836-8E21-CB8C-E746-F8FC169A1428}"/>
          </ac:spMkLst>
        </pc:spChg>
        <pc:spChg chg="add mod ord">
          <ac:chgData name="晟乃 中村" userId="3015a327a8a51985" providerId="LiveId" clId="{62699987-65F9-42DD-85C7-F217CA63553E}" dt="2026-03-03T08:20:41" v="1155" actId="167"/>
          <ac:spMkLst>
            <pc:docMk/>
            <pc:sldMk cId="928228188" sldId="256"/>
            <ac:spMk id="46" creationId="{CDFAAA52-066E-B9A3-51F4-19238CF1FEEE}"/>
          </ac:spMkLst>
        </pc:spChg>
        <pc:spChg chg="add mod">
          <ac:chgData name="晟乃 中村" userId="3015a327a8a51985" providerId="LiveId" clId="{62699987-65F9-42DD-85C7-F217CA63553E}" dt="2026-03-03T08:20:50.728" v="1161" actId="20577"/>
          <ac:spMkLst>
            <pc:docMk/>
            <pc:sldMk cId="928228188" sldId="256"/>
            <ac:spMk id="47" creationId="{F1872CB4-6B3D-2D80-E5BA-8A3F49F9590E}"/>
          </ac:spMkLst>
        </pc:spChg>
        <pc:spChg chg="add mo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56" creationId="{C95CBEB4-8C09-A3AF-5942-4FD4FA916502}"/>
          </ac:spMkLst>
        </pc:spChg>
        <pc:spChg chg="add mo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57" creationId="{1F9813DB-BBF9-31AE-D695-AA8D03B19327}"/>
          </ac:spMkLst>
        </pc:spChg>
        <pc:spChg chg="add mod topLvl">
          <ac:chgData name="晟乃 中村" userId="3015a327a8a51985" providerId="LiveId" clId="{62699987-65F9-42DD-85C7-F217CA63553E}" dt="2026-03-03T08:17:51.275" v="1141" actId="1076"/>
          <ac:spMkLst>
            <pc:docMk/>
            <pc:sldMk cId="928228188" sldId="256"/>
            <ac:spMk id="58" creationId="{931E0D26-2F2F-D8EA-8EE4-F59B53FC243A}"/>
          </ac:spMkLst>
        </pc:spChg>
        <pc:spChg chg="add mo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89" creationId="{3CBEE743-8C5D-59C8-3E4C-479B915AC25C}"/>
          </ac:spMkLst>
        </pc:spChg>
        <pc:spChg chg="add mod topLvl">
          <ac:chgData name="晟乃 中村" userId="3015a327a8a51985" providerId="LiveId" clId="{62699987-65F9-42DD-85C7-F217CA63553E}" dt="2026-03-01T12:46:40.013" v="1107" actId="164"/>
          <ac:spMkLst>
            <pc:docMk/>
            <pc:sldMk cId="928228188" sldId="256"/>
            <ac:spMk id="90" creationId="{36323DDA-C3F1-5AAF-9906-6ADDEF119500}"/>
          </ac:spMkLst>
        </pc:spChg>
        <pc:spChg chg="add mo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102" creationId="{74CF8013-DE4A-1A14-0686-57F4867B1F53}"/>
          </ac:spMkLst>
        </pc:spChg>
        <pc:spChg chg="add mod ord">
          <ac:chgData name="晟乃 中村" userId="3015a327a8a51985" providerId="LiveId" clId="{62699987-65F9-42DD-85C7-F217CA63553E}" dt="2026-03-01T09:55:02.392" v="346" actId="167"/>
          <ac:spMkLst>
            <pc:docMk/>
            <pc:sldMk cId="928228188" sldId="256"/>
            <ac:spMk id="103" creationId="{B9161C5D-EBFA-BBC0-F39B-28A1AEDA1AD0}"/>
          </ac:spMkLst>
        </pc:spChg>
        <pc:spChg chg="add mo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116" creationId="{2A1BDD4E-3F88-F0C2-B7B5-4B560E55EFED}"/>
          </ac:spMkLst>
        </pc:spChg>
        <pc:spChg chg="add mo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117" creationId="{7F8891BC-787D-9260-8122-2E6D1608106B}"/>
          </ac:spMkLst>
        </pc:spChg>
        <pc:spChg chg="add mod or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118" creationId="{4F279B67-CC55-07E3-CC54-638BDCAE0989}"/>
          </ac:spMkLst>
        </pc:spChg>
        <pc:spChg chg="add mod ord topLvl">
          <ac:chgData name="晟乃 中村" userId="3015a327a8a51985" providerId="LiveId" clId="{62699987-65F9-42DD-85C7-F217CA63553E}" dt="2026-03-01T12:46:40.013" v="1107" actId="164"/>
          <ac:spMkLst>
            <pc:docMk/>
            <pc:sldMk cId="928228188" sldId="256"/>
            <ac:spMk id="119" creationId="{46BB6CC3-E9FF-34E4-D1FC-C00F676976C9}"/>
          </ac:spMkLst>
        </pc:spChg>
        <pc:spChg chg="add mod or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127" creationId="{F7C105EC-963A-CE80-4A5E-248C8602BF5C}"/>
          </ac:spMkLst>
        </pc:spChg>
        <pc:spChg chg="add mod or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180" creationId="{4C1D95AC-4EA8-5B50-3AF6-CCE381440845}"/>
          </ac:spMkLst>
        </pc:spChg>
        <pc:spChg chg="add mod">
          <ac:chgData name="晟乃 中村" userId="3015a327a8a51985" providerId="LiveId" clId="{62699987-65F9-42DD-85C7-F217CA63553E}" dt="2026-03-01T12:35:54.003" v="968" actId="1076"/>
          <ac:spMkLst>
            <pc:docMk/>
            <pc:sldMk cId="928228188" sldId="256"/>
            <ac:spMk id="181" creationId="{D50351CF-FC15-6467-F5AF-4B4D51A6D085}"/>
          </ac:spMkLst>
        </pc:spChg>
        <pc:spChg chg="add mod">
          <ac:chgData name="晟乃 中村" userId="3015a327a8a51985" providerId="LiveId" clId="{62699987-65F9-42DD-85C7-F217CA63553E}" dt="2026-03-01T12:46:40.013" v="1107" actId="164"/>
          <ac:spMkLst>
            <pc:docMk/>
            <pc:sldMk cId="928228188" sldId="256"/>
            <ac:spMk id="194" creationId="{D0A84184-451E-C0EA-D52B-BC0675955306}"/>
          </ac:spMkLst>
        </pc:spChg>
        <pc:spChg chg="add mod">
          <ac:chgData name="晟乃 中村" userId="3015a327a8a51985" providerId="LiveId" clId="{62699987-65F9-42DD-85C7-F217CA63553E}" dt="2026-03-01T12:46:40.013" v="1107" actId="164"/>
          <ac:spMkLst>
            <pc:docMk/>
            <pc:sldMk cId="928228188" sldId="256"/>
            <ac:spMk id="202" creationId="{EED629D2-7114-D10B-8E1D-E1746D42A027}"/>
          </ac:spMkLst>
        </pc:spChg>
        <pc:spChg chg="add mod topLvl">
          <ac:chgData name="晟乃 中村" userId="3015a327a8a51985" providerId="LiveId" clId="{62699987-65F9-42DD-85C7-F217CA63553E}" dt="2026-03-03T08:21:31.668" v="1162" actId="164"/>
          <ac:spMkLst>
            <pc:docMk/>
            <pc:sldMk cId="928228188" sldId="256"/>
            <ac:spMk id="207" creationId="{22FF457E-2D82-D768-5182-7DDD3EF63A48}"/>
          </ac:spMkLst>
        </pc:spChg>
        <pc:cxnChg chg="add mod ord">
          <ac:chgData name="晟乃 中村" userId="3015a327a8a51985" providerId="LiveId" clId="{62699987-65F9-42DD-85C7-F217CA63553E}" dt="2026-03-01T09:55:05.701" v="347" actId="167"/>
          <ac:cxnSpMkLst>
            <pc:docMk/>
            <pc:sldMk cId="928228188" sldId="256"/>
            <ac:cxnSpMk id="37" creationId="{CAAFC54A-973B-3C3F-BA22-0BBA53A6CDB7}"/>
          </ac:cxnSpMkLst>
        </pc:cxnChg>
        <pc:cxnChg chg="add mod ord">
          <ac:chgData name="晟乃 中村" userId="3015a327a8a51985" providerId="LiveId" clId="{62699987-65F9-42DD-85C7-F217CA63553E}" dt="2026-03-03T08:17:24.203" v="1130" actId="14100"/>
          <ac:cxnSpMkLst>
            <pc:docMk/>
            <pc:sldMk cId="928228188" sldId="256"/>
            <ac:cxnSpMk id="39" creationId="{C10FB7F5-95DB-4091-9F86-07289FDE7BFE}"/>
          </ac:cxnSpMkLst>
        </pc:cxnChg>
        <pc:cxnChg chg="add mod">
          <ac:chgData name="晟乃 中村" userId="3015a327a8a51985" providerId="LiveId" clId="{62699987-65F9-42DD-85C7-F217CA63553E}" dt="2026-03-03T08:18:51.872" v="1150" actId="14100"/>
          <ac:cxnSpMkLst>
            <pc:docMk/>
            <pc:sldMk cId="928228188" sldId="256"/>
            <ac:cxnSpMk id="43" creationId="{6B65DD0F-9EBE-5FA1-F6C9-85DD33FBBB73}"/>
          </ac:cxnSpMkLst>
        </pc:cxnChg>
        <pc:cxnChg chg="add mod ord">
          <ac:chgData name="晟乃 中村" userId="3015a327a8a51985" providerId="LiveId" clId="{62699987-65F9-42DD-85C7-F217CA63553E}" dt="2026-03-03T08:17:58.936" v="1142" actId="14100"/>
          <ac:cxnSpMkLst>
            <pc:docMk/>
            <pc:sldMk cId="928228188" sldId="256"/>
            <ac:cxnSpMk id="52" creationId="{C5AA0556-ACCD-4C97-9E30-290C642F3455}"/>
          </ac:cxnSpMkLst>
        </pc:cxnChg>
        <pc:cxnChg chg="add mod ord">
          <ac:chgData name="晟乃 中村" userId="3015a327a8a51985" providerId="LiveId" clId="{62699987-65F9-42DD-85C7-F217CA63553E}" dt="2026-03-01T12:34:09.473" v="937" actId="14100"/>
          <ac:cxnSpMkLst>
            <pc:docMk/>
            <pc:sldMk cId="928228188" sldId="256"/>
            <ac:cxnSpMk id="64" creationId="{99C81A06-036C-0BE7-A1AD-2055C107F808}"/>
          </ac:cxnSpMkLst>
        </pc:cxnChg>
        <pc:cxnChg chg="add mod">
          <ac:chgData name="晟乃 中村" userId="3015a327a8a51985" providerId="LiveId" clId="{62699987-65F9-42DD-85C7-F217CA63553E}" dt="2026-03-03T08:17:35.427" v="1139" actId="14100"/>
          <ac:cxnSpMkLst>
            <pc:docMk/>
            <pc:sldMk cId="928228188" sldId="256"/>
            <ac:cxnSpMk id="70" creationId="{21E2516D-E78F-6912-2D3F-905D9A991BE8}"/>
          </ac:cxnSpMkLst>
        </pc:cxnChg>
        <pc:cxnChg chg="add mod ord">
          <ac:chgData name="晟乃 中村" userId="3015a327a8a51985" providerId="LiveId" clId="{62699987-65F9-42DD-85C7-F217CA63553E}" dt="2026-03-01T09:58:50.992" v="400" actId="1076"/>
          <ac:cxnSpMkLst>
            <pc:docMk/>
            <pc:sldMk cId="928228188" sldId="256"/>
            <ac:cxnSpMk id="109" creationId="{EC026B41-78D0-411D-79C7-97EE0C90911C}"/>
          </ac:cxnSpMkLst>
        </pc:cxnChg>
        <pc:cxnChg chg="add mod">
          <ac:chgData name="晟乃 中村" userId="3015a327a8a51985" providerId="LiveId" clId="{62699987-65F9-42DD-85C7-F217CA63553E}" dt="2026-03-01T09:57:44.017" v="374" actId="208"/>
          <ac:cxnSpMkLst>
            <pc:docMk/>
            <pc:sldMk cId="928228188" sldId="256"/>
            <ac:cxnSpMk id="113" creationId="{ABD1FB18-F6D5-A5BB-F1F4-72C3F546683C}"/>
          </ac:cxnSpMkLst>
        </pc:cxnChg>
        <pc:cxnChg chg="add mod ord">
          <ac:chgData name="晟乃 中村" userId="3015a327a8a51985" providerId="LiveId" clId="{62699987-65F9-42DD-85C7-F217CA63553E}" dt="2026-03-01T12:44:34.898" v="1060" actId="167"/>
          <ac:cxnSpMkLst>
            <pc:docMk/>
            <pc:sldMk cId="928228188" sldId="256"/>
            <ac:cxnSpMk id="198" creationId="{12A5AE85-41A3-23AE-CACD-F192BA112E45}"/>
          </ac:cxnSpMkLst>
        </pc:cxnChg>
        <pc:cxnChg chg="add mod ord">
          <ac:chgData name="晟乃 中村" userId="3015a327a8a51985" providerId="LiveId" clId="{62699987-65F9-42DD-85C7-F217CA63553E}" dt="2026-03-03T08:18:29.416" v="1146" actId="1582"/>
          <ac:cxnSpMkLst>
            <pc:docMk/>
            <pc:sldMk cId="928228188" sldId="256"/>
            <ac:cxnSpMk id="200" creationId="{181237A6-AEBB-97CC-5BF2-A15C22B168F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98DCA-4F40-F117-D557-4DD04C4EA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BFDA496-B327-C501-8DCC-8E2777419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83CA03-57E5-4EF6-DAA9-CEC29972F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E988EE-B0E3-646D-10A1-4301A635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14B59E-8D87-F51B-B245-06AB7429E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697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8ED875-F739-C236-1706-EA443A0E1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78B182-3521-53DC-BA16-EC2E5DF2E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3369A6-A56F-F30B-3302-5BB893D43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C64516-E326-5EE6-FDD1-EB382987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066ADE-C170-D041-A920-447DEC2B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4178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51A937-54F4-9EFC-52D3-1A3C9F112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7B453-39B6-BAAB-1D90-A168EFF96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6B692C-3286-B91C-BBB5-EDA199EF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FF8F04-29CC-8FA8-7381-80A86900E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B1DA98-50E7-BA64-B542-2F44DE2A8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2764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7CE59B-82EC-9C26-145A-610E3E033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D8A1EE-4AE2-10C6-102A-421C3BC90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FC02396-581E-9C73-C9F3-27E88C511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7E3122-F15B-C0BD-F99D-5372BF55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E4D811-6EF5-9A0B-FCF4-B0A1EA00B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B69339-97D7-E8ED-EFF0-7E90A607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7475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A3009D-0BF6-2D30-5053-B91320AAA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18298D-F308-345C-E618-460D946E0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26384C-F79E-6DD6-547C-1E02A363F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269EDAD-9EF0-5DFC-D516-279E4C60D8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8A74A94-AB09-42F0-4EE0-CC07551338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50A4171-BFEF-DC47-928B-6FE05C42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6AC4EF5-BE96-4067-11B3-5AF663B3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25D5190-C2ED-395A-764C-A7E595AB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7816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ACA145-D0B2-C45C-34D1-B216842EA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7FE528D-7475-C4B3-6834-7B854FDCD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7F00191-02D2-11EE-D03E-02DA66CF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B8FBD7-AFBA-5D0D-8228-95F310F97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642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524DCCE-48A1-1559-91D6-A169A405D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346F24-28AA-33D9-0B1A-BE08A2182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A88A568-192E-96AC-2129-A4FF5B09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69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3DA636-2B83-6208-22BA-E29DABAD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80A351-E8B1-C372-0DF0-9069A72A9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E3817A-AA96-9C33-E1A0-E24D5A5CC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5C7FDB-3073-3D6E-5814-F87A50C6C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E6E78F-D89C-C3C3-236D-297802A1E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552C3C-2612-0061-DDE4-91573EB6F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927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5B47DA-9BBC-B319-D5F2-4D8AF505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79E271B-C3E0-E350-9728-B1B3960B75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CFDF22-1280-B8F6-FB7B-17BCB2292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F97D61-4F81-9583-EC75-8BE8135B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75393D-D6CD-7904-FEC6-2A2BC2E4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702A1E-6B12-9175-534C-6CBF2461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996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D1DDA6-1EB7-E7DA-1195-54223DBF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6E63F9C-7FF6-32B5-824F-E77EB518E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281D4A-5DB0-BEA7-31F8-8C2EA148A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CA8701-CC6C-F85B-CC88-DF01F5C06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8FB526-42EE-E728-6633-AC159E9D7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189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2BC97B0-F9B5-E97B-098E-BDAE6D09E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6271011-AB7C-6B94-40BD-316F556D5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227614-3C4D-A96E-134E-6D83D995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09E-04E5-4F16-B704-58289DD0F48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B9D890-C695-E1F1-35D7-AE4EFC1FB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EBEF3-A188-DD01-815F-ADB7ED0B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2762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207135B-AF41-BC62-4E3F-CEF70DDE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1D08D4-7564-23B3-1E4F-C1C5CEB57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981807-41C4-5B98-474B-149AF1525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CD09E-04E5-4F16-B704-58289DD0F48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52DE36-46B2-22E4-7BB3-AD12DABD1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645419-3A0F-65D0-BE11-A283E77DE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9A021-47C9-4992-9FC7-716FDD3FB2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298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" name="直線矢印コネクタ 220">
            <a:extLst>
              <a:ext uri="{FF2B5EF4-FFF2-40B4-BE49-F238E27FC236}">
                <a16:creationId xmlns:a16="http://schemas.microsoft.com/office/drawing/2014/main" id="{E70CD504-C896-13D1-C194-55B69EF334F8}"/>
              </a:ext>
            </a:extLst>
          </p:cNvPr>
          <p:cNvCxnSpPr>
            <a:cxnSpLocks/>
          </p:cNvCxnSpPr>
          <p:nvPr/>
        </p:nvCxnSpPr>
        <p:spPr>
          <a:xfrm>
            <a:off x="5527573" y="1919182"/>
            <a:ext cx="2714727" cy="592631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線コネクタ 225">
            <a:extLst>
              <a:ext uri="{FF2B5EF4-FFF2-40B4-BE49-F238E27FC236}">
                <a16:creationId xmlns:a16="http://schemas.microsoft.com/office/drawing/2014/main" id="{F81B2A62-4369-CA51-3695-7FC85ABBE063}"/>
              </a:ext>
            </a:extLst>
          </p:cNvPr>
          <p:cNvCxnSpPr>
            <a:cxnSpLocks/>
          </p:cNvCxnSpPr>
          <p:nvPr/>
        </p:nvCxnSpPr>
        <p:spPr>
          <a:xfrm flipV="1">
            <a:off x="5608103" y="1905000"/>
            <a:ext cx="824140" cy="2047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BA1814-9EBF-CA94-BEAA-96427E30EBD6}"/>
              </a:ext>
            </a:extLst>
          </p:cNvPr>
          <p:cNvSpPr txBox="1"/>
          <p:nvPr/>
        </p:nvSpPr>
        <p:spPr>
          <a:xfrm rot="10800000" flipH="1" flipV="1">
            <a:off x="9060449" y="1762298"/>
            <a:ext cx="446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b="1" dirty="0"/>
              <a:t>前提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A6409F-E663-2315-4B97-089E61EB50E6}"/>
              </a:ext>
            </a:extLst>
          </p:cNvPr>
          <p:cNvSpPr txBox="1"/>
          <p:nvPr/>
        </p:nvSpPr>
        <p:spPr>
          <a:xfrm>
            <a:off x="9102403" y="1924919"/>
            <a:ext cx="2014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" dirty="0"/>
              <a:t>座標平面の原点にカメラを</a:t>
            </a:r>
            <a:r>
              <a:rPr kumimoji="1" lang="en-US" altLang="ja-JP" sz="600" dirty="0"/>
              <a:t>y</a:t>
            </a:r>
            <a:r>
              <a:rPr kumimoji="1" lang="ja-JP" altLang="en-US" sz="600" dirty="0"/>
              <a:t>軸方向を向くように設置します。カメラに入ってくる光を</a:t>
            </a:r>
            <a:r>
              <a:rPr kumimoji="1" lang="ja-JP" altLang="en-US" sz="600" dirty="0">
                <a:highlight>
                  <a:srgbClr val="B4C7E7"/>
                </a:highlight>
              </a:rPr>
              <a:t>反射光</a:t>
            </a:r>
            <a:r>
              <a:rPr kumimoji="1" lang="ja-JP" altLang="en-US" sz="600" dirty="0"/>
              <a:t>、物体からの光を</a:t>
            </a:r>
            <a:r>
              <a:rPr kumimoji="1" lang="ja-JP" altLang="en-US" sz="600" dirty="0">
                <a:solidFill>
                  <a:schemeClr val="bg1"/>
                </a:solidFill>
                <a:highlight>
                  <a:srgbClr val="FF0000"/>
                </a:highlight>
              </a:rPr>
              <a:t>入射光</a:t>
            </a:r>
            <a:r>
              <a:rPr kumimoji="1" lang="ja-JP" altLang="en-US" sz="600" dirty="0"/>
              <a:t>、この時のミラーの傾きを</a:t>
            </a:r>
            <a:r>
              <a:rPr kumimoji="1" lang="ja-JP" altLang="en-US" sz="600" dirty="0">
                <a:highlight>
                  <a:srgbClr val="00FF00"/>
                </a:highlight>
              </a:rPr>
              <a:t>反射板</a:t>
            </a:r>
            <a:r>
              <a:rPr kumimoji="1" lang="ja-JP" altLang="en-US" sz="600" dirty="0"/>
              <a:t>と呼び、</a:t>
            </a:r>
            <a:r>
              <a:rPr kumimoji="1" lang="en-US" altLang="ja-JP" sz="600" dirty="0"/>
              <a:t>x</a:t>
            </a:r>
            <a:r>
              <a:rPr kumimoji="1" lang="ja-JP" altLang="en-US" sz="600" dirty="0"/>
              <a:t>軸と反射板のなす角を</a:t>
            </a:r>
            <a:r>
              <a:rPr kumimoji="1" lang="en-US" altLang="ja-JP" sz="600" dirty="0"/>
              <a:t>c</a:t>
            </a:r>
            <a:r>
              <a:rPr kumimoji="1" lang="ja-JP" altLang="en-US" sz="600" dirty="0"/>
              <a:t>度と置きます。また図</a:t>
            </a:r>
            <a:r>
              <a:rPr kumimoji="1" lang="en-US" altLang="ja-JP" sz="600" dirty="0"/>
              <a:t>1</a:t>
            </a:r>
            <a:r>
              <a:rPr kumimoji="1" lang="ja-JP" altLang="en-US" sz="600" dirty="0"/>
              <a:t>のように</a:t>
            </a:r>
            <a:r>
              <a:rPr kumimoji="1" lang="en-US" altLang="ja-JP" sz="600" dirty="0" err="1"/>
              <a:t>a,b,h,p,q</a:t>
            </a:r>
            <a:r>
              <a:rPr kumimoji="1" lang="ja-JP" altLang="en-US" sz="600" dirty="0"/>
              <a:t>を置きます。すると、入射角と反射角の性質より、二つの星　 の角度は等しくなります。</a:t>
            </a:r>
            <a:endParaRPr kumimoji="1" lang="en-US" altLang="ja-JP" sz="600" dirty="0"/>
          </a:p>
        </p:txBody>
      </p:sp>
      <p:sp>
        <p:nvSpPr>
          <p:cNvPr id="6" name="星: 5 pt 5">
            <a:extLst>
              <a:ext uri="{FF2B5EF4-FFF2-40B4-BE49-F238E27FC236}">
                <a16:creationId xmlns:a16="http://schemas.microsoft.com/office/drawing/2014/main" id="{3CB5BE8E-68BD-A0EB-7DC8-E54D389D45DC}"/>
              </a:ext>
            </a:extLst>
          </p:cNvPr>
          <p:cNvSpPr/>
          <p:nvPr/>
        </p:nvSpPr>
        <p:spPr>
          <a:xfrm>
            <a:off x="9898533" y="2440810"/>
            <a:ext cx="56839" cy="56756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C927951-BBB2-D867-211D-399A3FB96423}"/>
              </a:ext>
            </a:extLst>
          </p:cNvPr>
          <p:cNvSpPr txBox="1"/>
          <p:nvPr/>
        </p:nvSpPr>
        <p:spPr>
          <a:xfrm>
            <a:off x="9067235" y="2511813"/>
            <a:ext cx="3385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" u="sng" dirty="0"/>
              <a:t>図</a:t>
            </a:r>
            <a:r>
              <a:rPr kumimoji="1" lang="en-US" altLang="ja-JP" sz="800" u="sng" dirty="0"/>
              <a:t>1</a:t>
            </a:r>
            <a:endParaRPr kumimoji="1" lang="ja-JP" altLang="en-US" sz="800" u="sng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88B847B-74C3-6160-214B-62AE8A6CE549}"/>
              </a:ext>
            </a:extLst>
          </p:cNvPr>
          <p:cNvGrpSpPr/>
          <p:nvPr/>
        </p:nvGrpSpPr>
        <p:grpSpPr>
          <a:xfrm>
            <a:off x="9088114" y="2661457"/>
            <a:ext cx="1914690" cy="1638131"/>
            <a:chOff x="9390524" y="2665548"/>
            <a:chExt cx="1914690" cy="1638131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27DDAFF8-07B6-4D0D-C8DE-1DD0B3467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2009" y="2832777"/>
              <a:ext cx="1575109" cy="988568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16C97622-FE6A-1581-0C8F-4D983236B0C3}"/>
                </a:ext>
              </a:extLst>
            </p:cNvPr>
            <p:cNvSpPr txBox="1"/>
            <p:nvPr/>
          </p:nvSpPr>
          <p:spPr>
            <a:xfrm>
              <a:off x="9647771" y="3430799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00" dirty="0"/>
                <a:t>a</a:t>
              </a:r>
              <a:endParaRPr kumimoji="1" lang="ja-JP" altLang="en-US" sz="600" dirty="0"/>
            </a:p>
          </p:txBody>
        </p:sp>
        <p:sp>
          <p:nvSpPr>
            <p:cNvPr id="11" name="矢印: 右 10">
              <a:extLst>
                <a:ext uri="{FF2B5EF4-FFF2-40B4-BE49-F238E27FC236}">
                  <a16:creationId xmlns:a16="http://schemas.microsoft.com/office/drawing/2014/main" id="{21B9077E-208B-F02D-5C68-39A431605F47}"/>
                </a:ext>
              </a:extLst>
            </p:cNvPr>
            <p:cNvSpPr/>
            <p:nvPr/>
          </p:nvSpPr>
          <p:spPr>
            <a:xfrm rot="16200000">
              <a:off x="9645243" y="3731425"/>
              <a:ext cx="134171" cy="157924"/>
            </a:xfrm>
            <a:prstGeom prst="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EBE4460-0214-835C-A2CF-81634A14FF22}"/>
                </a:ext>
              </a:extLst>
            </p:cNvPr>
            <p:cNvSpPr txBox="1"/>
            <p:nvPr/>
          </p:nvSpPr>
          <p:spPr>
            <a:xfrm>
              <a:off x="9664035" y="3759215"/>
              <a:ext cx="41549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600" dirty="0"/>
                <a:t>カメラ</a:t>
              </a: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03FBD99E-6E8A-975D-7084-DF46EC902423}"/>
                </a:ext>
              </a:extLst>
            </p:cNvPr>
            <p:cNvSpPr txBox="1"/>
            <p:nvPr/>
          </p:nvSpPr>
          <p:spPr>
            <a:xfrm>
              <a:off x="9888612" y="2863162"/>
              <a:ext cx="41549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600" dirty="0">
                  <a:highlight>
                    <a:srgbClr val="B4C7E7"/>
                  </a:highlight>
                </a:rPr>
                <a:t>反射光</a:t>
              </a: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820F3E7B-CD1A-175B-16F1-B490853CE61E}"/>
                </a:ext>
              </a:extLst>
            </p:cNvPr>
            <p:cNvSpPr txBox="1"/>
            <p:nvPr/>
          </p:nvSpPr>
          <p:spPr>
            <a:xfrm>
              <a:off x="10284113" y="3412334"/>
              <a:ext cx="41549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600" dirty="0">
                  <a:solidFill>
                    <a:schemeClr val="bg1"/>
                  </a:solidFill>
                  <a:highlight>
                    <a:srgbClr val="FF0000"/>
                  </a:highlight>
                </a:rPr>
                <a:t>入射光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B9DEA48C-DA77-F3E2-B3EE-E20DB63E367A}"/>
                </a:ext>
              </a:extLst>
            </p:cNvPr>
            <p:cNvSpPr txBox="1"/>
            <p:nvPr/>
          </p:nvSpPr>
          <p:spPr>
            <a:xfrm>
              <a:off x="10488850" y="2882740"/>
              <a:ext cx="41549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600" dirty="0">
                  <a:highlight>
                    <a:srgbClr val="00FF00"/>
                  </a:highlight>
                </a:rPr>
                <a:t>反射板</a:t>
              </a:r>
            </a:p>
          </p:txBody>
        </p:sp>
        <p:sp>
          <p:nvSpPr>
            <p:cNvPr id="16" name="円弧 15">
              <a:extLst>
                <a:ext uri="{FF2B5EF4-FFF2-40B4-BE49-F238E27FC236}">
                  <a16:creationId xmlns:a16="http://schemas.microsoft.com/office/drawing/2014/main" id="{0BF509CE-540D-280C-D1C9-202461482427}"/>
                </a:ext>
              </a:extLst>
            </p:cNvPr>
            <p:cNvSpPr/>
            <p:nvPr/>
          </p:nvSpPr>
          <p:spPr>
            <a:xfrm>
              <a:off x="9656708" y="3574924"/>
              <a:ext cx="111179" cy="72946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F5F9A622-0F82-0E3F-87C0-165CD453B0EA}"/>
                </a:ext>
              </a:extLst>
            </p:cNvPr>
            <p:cNvSpPr txBox="1"/>
            <p:nvPr/>
          </p:nvSpPr>
          <p:spPr>
            <a:xfrm>
              <a:off x="9663870" y="2982141"/>
              <a:ext cx="22474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00" dirty="0"/>
                <a:t>b</a:t>
              </a:r>
              <a:endParaRPr kumimoji="1" lang="ja-JP" altLang="en-US" sz="600" dirty="0"/>
            </a:p>
          </p:txBody>
        </p:sp>
        <p:sp>
          <p:nvSpPr>
            <p:cNvPr id="18" name="円弧 17">
              <a:extLst>
                <a:ext uri="{FF2B5EF4-FFF2-40B4-BE49-F238E27FC236}">
                  <a16:creationId xmlns:a16="http://schemas.microsoft.com/office/drawing/2014/main" id="{14D0A759-3C5A-69DA-26F2-6D377057C927}"/>
                </a:ext>
              </a:extLst>
            </p:cNvPr>
            <p:cNvSpPr/>
            <p:nvPr/>
          </p:nvSpPr>
          <p:spPr>
            <a:xfrm rot="6424539">
              <a:off x="9670173" y="2925902"/>
              <a:ext cx="117475" cy="94451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69387685-0C1B-9F81-ED43-D79DFC6E94B0}"/>
                </a:ext>
              </a:extLst>
            </p:cNvPr>
            <p:cNvCxnSpPr>
              <a:cxnSpLocks/>
            </p:cNvCxnSpPr>
            <p:nvPr/>
          </p:nvCxnSpPr>
          <p:spPr>
            <a:xfrm>
              <a:off x="10939408" y="2908236"/>
              <a:ext cx="0" cy="1276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742513A1-75B5-7F75-B62B-0539E23A2EC8}"/>
                </a:ext>
              </a:extLst>
            </p:cNvPr>
            <p:cNvSpPr txBox="1"/>
            <p:nvPr/>
          </p:nvSpPr>
          <p:spPr>
            <a:xfrm>
              <a:off x="10739243" y="2997402"/>
              <a:ext cx="55187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600" dirty="0"/>
                <a:t>傾き</a:t>
              </a:r>
              <a:r>
                <a:rPr kumimoji="1" lang="en-US" altLang="ja-JP" sz="600" dirty="0"/>
                <a:t>:tan(c)</a:t>
              </a:r>
              <a:endParaRPr kumimoji="1" lang="ja-JP" altLang="en-US" sz="600" dirty="0"/>
            </a:p>
          </p:txBody>
        </p: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54A48F27-B964-5726-EE8D-DA97A114BE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32144" y="2943147"/>
              <a:ext cx="27918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996FC735-2C08-BFE5-31D0-A7B2F443E20D}"/>
                </a:ext>
              </a:extLst>
            </p:cNvPr>
            <p:cNvCxnSpPr>
              <a:cxnSpLocks/>
            </p:cNvCxnSpPr>
            <p:nvPr/>
          </p:nvCxnSpPr>
          <p:spPr>
            <a:xfrm>
              <a:off x="9582892" y="2945528"/>
              <a:ext cx="0" cy="78820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73DA0703-41DF-6785-C445-CA51553FA084}"/>
                </a:ext>
              </a:extLst>
            </p:cNvPr>
            <p:cNvSpPr txBox="1"/>
            <p:nvPr/>
          </p:nvSpPr>
          <p:spPr>
            <a:xfrm>
              <a:off x="9390524" y="3235893"/>
              <a:ext cx="22474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00" dirty="0"/>
                <a:t>h</a:t>
              </a:r>
              <a:endParaRPr kumimoji="1" lang="ja-JP" altLang="en-US" sz="600" dirty="0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22F8025A-BECE-A418-9CF7-6423C10C09EA}"/>
                </a:ext>
              </a:extLst>
            </p:cNvPr>
            <p:cNvSpPr/>
            <p:nvPr/>
          </p:nvSpPr>
          <p:spPr>
            <a:xfrm>
              <a:off x="9457154" y="2694214"/>
              <a:ext cx="1830709" cy="15851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8E6FDA43-428D-6971-05E7-707BBF4B8D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2116" y="2706264"/>
              <a:ext cx="0" cy="103371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40220568-CC27-FE5F-959A-73A78655B417}"/>
                </a:ext>
              </a:extLst>
            </p:cNvPr>
            <p:cNvCxnSpPr>
              <a:cxnSpLocks/>
            </p:cNvCxnSpPr>
            <p:nvPr/>
          </p:nvCxnSpPr>
          <p:spPr>
            <a:xfrm>
              <a:off x="9532144" y="3735212"/>
              <a:ext cx="1712118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4F5F2ED0-9711-1501-C4AF-708FE466B115}"/>
                </a:ext>
              </a:extLst>
            </p:cNvPr>
            <p:cNvSpPr txBox="1"/>
            <p:nvPr/>
          </p:nvSpPr>
          <p:spPr>
            <a:xfrm>
              <a:off x="11075664" y="3749331"/>
              <a:ext cx="2295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800" dirty="0">
                  <a:highlight>
                    <a:srgbClr val="808080"/>
                  </a:highlight>
                </a:rPr>
                <a:t>x</a:t>
              </a:r>
              <a:endParaRPr kumimoji="1" lang="ja-JP" altLang="en-US" sz="800" dirty="0">
                <a:highlight>
                  <a:srgbClr val="808080"/>
                </a:highlight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C1AD9A9D-C613-B323-8D4B-2C4FC825CFF3}"/>
                </a:ext>
              </a:extLst>
            </p:cNvPr>
            <p:cNvSpPr txBox="1"/>
            <p:nvPr/>
          </p:nvSpPr>
          <p:spPr>
            <a:xfrm>
              <a:off x="9524417" y="2665548"/>
              <a:ext cx="2311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800" dirty="0">
                  <a:highlight>
                    <a:srgbClr val="808080"/>
                  </a:highlight>
                </a:rPr>
                <a:t>y</a:t>
              </a:r>
              <a:endParaRPr kumimoji="1" lang="ja-JP" altLang="en-US" sz="800" dirty="0">
                <a:highlight>
                  <a:srgbClr val="808080"/>
                </a:highlight>
              </a:endParaRPr>
            </a:p>
          </p:txBody>
        </p: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DD56BF9A-CAD3-4B06-A0D6-8D9331D24CE9}"/>
                </a:ext>
              </a:extLst>
            </p:cNvPr>
            <p:cNvCxnSpPr>
              <a:cxnSpLocks/>
            </p:cNvCxnSpPr>
            <p:nvPr/>
          </p:nvCxnSpPr>
          <p:spPr>
            <a:xfrm>
              <a:off x="9994052" y="3176618"/>
              <a:ext cx="0" cy="1579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629DE373-5867-8906-DCBC-8DDFBEF3130C}"/>
                </a:ext>
              </a:extLst>
            </p:cNvPr>
            <p:cNvSpPr txBox="1"/>
            <p:nvPr/>
          </p:nvSpPr>
          <p:spPr>
            <a:xfrm>
              <a:off x="9847067" y="3292859"/>
              <a:ext cx="55187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600" dirty="0"/>
                <a:t>交点</a:t>
              </a:r>
              <a:r>
                <a:rPr kumimoji="1" lang="en-US" altLang="ja-JP" sz="600" dirty="0"/>
                <a:t>(</a:t>
              </a:r>
              <a:r>
                <a:rPr kumimoji="1" lang="en-US" altLang="ja-JP" sz="600" dirty="0" err="1"/>
                <a:t>p,q</a:t>
              </a:r>
              <a:r>
                <a:rPr kumimoji="1" lang="en-US" altLang="ja-JP" sz="600" dirty="0"/>
                <a:t>)</a:t>
              </a:r>
              <a:endParaRPr kumimoji="1" lang="ja-JP" altLang="en-US" sz="600" dirty="0"/>
            </a:p>
          </p:txBody>
        </p:sp>
        <p:sp>
          <p:nvSpPr>
            <p:cNvPr id="31" name="楕円 30">
              <a:extLst>
                <a:ext uri="{FF2B5EF4-FFF2-40B4-BE49-F238E27FC236}">
                  <a16:creationId xmlns:a16="http://schemas.microsoft.com/office/drawing/2014/main" id="{EC88BEC0-A1F4-BA67-CE63-007EDD570988}"/>
                </a:ext>
              </a:extLst>
            </p:cNvPr>
            <p:cNvSpPr/>
            <p:nvPr/>
          </p:nvSpPr>
          <p:spPr>
            <a:xfrm flipH="1">
              <a:off x="9971794" y="31258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2" name="星: 5 pt 31">
              <a:extLst>
                <a:ext uri="{FF2B5EF4-FFF2-40B4-BE49-F238E27FC236}">
                  <a16:creationId xmlns:a16="http://schemas.microsoft.com/office/drawing/2014/main" id="{E052480C-AAE0-B51D-B6A5-E880D8439DB5}"/>
                </a:ext>
              </a:extLst>
            </p:cNvPr>
            <p:cNvSpPr/>
            <p:nvPr/>
          </p:nvSpPr>
          <p:spPr>
            <a:xfrm>
              <a:off x="10096814" y="3138246"/>
              <a:ext cx="56839" cy="56756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3" name="星: 5 pt 32">
              <a:extLst>
                <a:ext uri="{FF2B5EF4-FFF2-40B4-BE49-F238E27FC236}">
                  <a16:creationId xmlns:a16="http://schemas.microsoft.com/office/drawing/2014/main" id="{34EC9C78-B91E-C158-FEA6-EC578B76C462}"/>
                </a:ext>
              </a:extLst>
            </p:cNvPr>
            <p:cNvSpPr/>
            <p:nvPr/>
          </p:nvSpPr>
          <p:spPr>
            <a:xfrm>
              <a:off x="9854793" y="3202145"/>
              <a:ext cx="56839" cy="56756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楕円 33">
              <a:extLst>
                <a:ext uri="{FF2B5EF4-FFF2-40B4-BE49-F238E27FC236}">
                  <a16:creationId xmlns:a16="http://schemas.microsoft.com/office/drawing/2014/main" id="{DCD79A18-07F0-F9D9-E4FC-6DFBF6BBBD67}"/>
                </a:ext>
              </a:extLst>
            </p:cNvPr>
            <p:cNvSpPr/>
            <p:nvPr/>
          </p:nvSpPr>
          <p:spPr>
            <a:xfrm flipH="1">
              <a:off x="10783800" y="371235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BB2118D6-674F-03F5-5694-6F84F156CB83}"/>
                </a:ext>
              </a:extLst>
            </p:cNvPr>
            <p:cNvSpPr txBox="1"/>
            <p:nvPr/>
          </p:nvSpPr>
          <p:spPr>
            <a:xfrm>
              <a:off x="10613299" y="3710720"/>
              <a:ext cx="55187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" dirty="0"/>
                <a:t>(d,0)</a:t>
              </a:r>
              <a:endParaRPr kumimoji="1" lang="ja-JP" altLang="en-US" sz="600" dirty="0"/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6BD1434D-B8DC-1338-307C-2C227F9DD8B5}"/>
                </a:ext>
              </a:extLst>
            </p:cNvPr>
            <p:cNvSpPr txBox="1"/>
            <p:nvPr/>
          </p:nvSpPr>
          <p:spPr>
            <a:xfrm>
              <a:off x="9399121" y="3934347"/>
              <a:ext cx="18260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600" dirty="0"/>
                <a:t>a:y</a:t>
              </a:r>
              <a:r>
                <a:rPr kumimoji="1" lang="ja-JP" altLang="en-US" sz="600" dirty="0"/>
                <a:t>軸と反射光のなす角　</a:t>
              </a:r>
              <a:r>
                <a:rPr kumimoji="1" lang="en-US" altLang="ja-JP" sz="600" dirty="0"/>
                <a:t>b:y</a:t>
              </a:r>
              <a:r>
                <a:rPr kumimoji="1" lang="ja-JP" altLang="en-US" sz="600" dirty="0"/>
                <a:t>軸と入射光のなす角</a:t>
              </a:r>
              <a:endParaRPr kumimoji="1" lang="en-US" altLang="ja-JP" sz="600" dirty="0"/>
            </a:p>
            <a:p>
              <a:r>
                <a:rPr kumimoji="1" lang="en-US" altLang="ja-JP" sz="600" dirty="0"/>
                <a:t>h:</a:t>
              </a:r>
              <a:r>
                <a:rPr kumimoji="1" lang="ja-JP" altLang="en-US" sz="600" dirty="0"/>
                <a:t>入射光と</a:t>
              </a:r>
              <a:r>
                <a:rPr kumimoji="1" lang="en-US" altLang="ja-JP" sz="600" dirty="0"/>
                <a:t>y</a:t>
              </a:r>
              <a:r>
                <a:rPr kumimoji="1" lang="ja-JP" altLang="en-US" sz="600" dirty="0"/>
                <a:t>軸との交点の</a:t>
              </a:r>
              <a:r>
                <a:rPr kumimoji="1" lang="en-US" altLang="ja-JP" sz="600" dirty="0"/>
                <a:t>y</a:t>
              </a:r>
              <a:r>
                <a:rPr kumimoji="1" lang="ja-JP" altLang="en-US" sz="600" dirty="0"/>
                <a:t>座標</a:t>
              </a:r>
              <a:endParaRPr kumimoji="1" lang="en-US" altLang="ja-JP" sz="600" dirty="0"/>
            </a:p>
            <a:p>
              <a:r>
                <a:rPr kumimoji="1" lang="en-US" altLang="ja-JP" sz="600" dirty="0"/>
                <a:t>(</a:t>
              </a:r>
              <a:r>
                <a:rPr kumimoji="1" lang="en-US" altLang="ja-JP" sz="600" dirty="0" err="1"/>
                <a:t>p,q</a:t>
              </a:r>
              <a:r>
                <a:rPr kumimoji="1" lang="en-US" altLang="ja-JP" sz="600" dirty="0"/>
                <a:t>):</a:t>
              </a:r>
              <a:r>
                <a:rPr kumimoji="1" lang="ja-JP" altLang="en-US" sz="600" dirty="0"/>
                <a:t>反射光と入射光の交点</a:t>
              </a:r>
              <a:endParaRPr kumimoji="1" lang="en-US" altLang="ja-JP" sz="600" dirty="0"/>
            </a:p>
          </p:txBody>
        </p:sp>
      </p:grpSp>
      <p:sp>
        <p:nvSpPr>
          <p:cNvPr id="46" name="円弧 45">
            <a:extLst>
              <a:ext uri="{FF2B5EF4-FFF2-40B4-BE49-F238E27FC236}">
                <a16:creationId xmlns:a16="http://schemas.microsoft.com/office/drawing/2014/main" id="{CDFAAA52-066E-B9A3-51F4-19238CF1FEEE}"/>
              </a:ext>
            </a:extLst>
          </p:cNvPr>
          <p:cNvSpPr/>
          <p:nvPr/>
        </p:nvSpPr>
        <p:spPr>
          <a:xfrm rot="2959031">
            <a:off x="2658879" y="578968"/>
            <a:ext cx="224568" cy="106317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8" name="直線コネクタ 197">
            <a:extLst>
              <a:ext uri="{FF2B5EF4-FFF2-40B4-BE49-F238E27FC236}">
                <a16:creationId xmlns:a16="http://schemas.microsoft.com/office/drawing/2014/main" id="{12A5AE85-41A3-23AE-CACD-F192BA112E45}"/>
              </a:ext>
            </a:extLst>
          </p:cNvPr>
          <p:cNvCxnSpPr>
            <a:cxnSpLocks/>
            <a:stCxn id="194" idx="0"/>
            <a:endCxn id="102" idx="2"/>
          </p:cNvCxnSpPr>
          <p:nvPr/>
        </p:nvCxnSpPr>
        <p:spPr>
          <a:xfrm flipV="1">
            <a:off x="873688" y="714274"/>
            <a:ext cx="635588" cy="5903"/>
          </a:xfrm>
          <a:prstGeom prst="line">
            <a:avLst/>
          </a:prstGeom>
          <a:ln w="19050">
            <a:solidFill>
              <a:srgbClr val="8FAA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線コネクタ 199">
            <a:extLst>
              <a:ext uri="{FF2B5EF4-FFF2-40B4-BE49-F238E27FC236}">
                <a16:creationId xmlns:a16="http://schemas.microsoft.com/office/drawing/2014/main" id="{181237A6-AEBB-97CC-5BF2-A15C22B168F3}"/>
              </a:ext>
            </a:extLst>
          </p:cNvPr>
          <p:cNvCxnSpPr>
            <a:cxnSpLocks/>
            <a:endCxn id="102" idx="6"/>
          </p:cNvCxnSpPr>
          <p:nvPr/>
        </p:nvCxnSpPr>
        <p:spPr>
          <a:xfrm flipH="1" flipV="1">
            <a:off x="1575807" y="714274"/>
            <a:ext cx="638141" cy="3567"/>
          </a:xfrm>
          <a:prstGeom prst="line">
            <a:avLst/>
          </a:prstGeom>
          <a:ln w="19050">
            <a:solidFill>
              <a:srgbClr val="8FAA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円弧 179">
            <a:extLst>
              <a:ext uri="{FF2B5EF4-FFF2-40B4-BE49-F238E27FC236}">
                <a16:creationId xmlns:a16="http://schemas.microsoft.com/office/drawing/2014/main" id="{4C1D95AC-4EA8-5B50-3AF6-CCE381440845}"/>
              </a:ext>
            </a:extLst>
          </p:cNvPr>
          <p:cNvSpPr/>
          <p:nvPr/>
        </p:nvSpPr>
        <p:spPr>
          <a:xfrm rot="7642928">
            <a:off x="1498360" y="689874"/>
            <a:ext cx="224568" cy="106317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F7C105EC-963A-CE80-4A5E-248C8602BF5C}"/>
              </a:ext>
            </a:extLst>
          </p:cNvPr>
          <p:cNvSpPr/>
          <p:nvPr/>
        </p:nvSpPr>
        <p:spPr>
          <a:xfrm>
            <a:off x="1583796" y="963707"/>
            <a:ext cx="168146" cy="8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46BB6CC3-E9FF-34E4-D1FC-C00F676976C9}"/>
              </a:ext>
            </a:extLst>
          </p:cNvPr>
          <p:cNvSpPr txBox="1"/>
          <p:nvPr/>
        </p:nvSpPr>
        <p:spPr>
          <a:xfrm>
            <a:off x="1476038" y="141811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118" name="円弧 117">
            <a:extLst>
              <a:ext uri="{FF2B5EF4-FFF2-40B4-BE49-F238E27FC236}">
                <a16:creationId xmlns:a16="http://schemas.microsoft.com/office/drawing/2014/main" id="{4F279B67-CC55-07E3-CC54-638BDCAE0989}"/>
              </a:ext>
            </a:extLst>
          </p:cNvPr>
          <p:cNvSpPr/>
          <p:nvPr/>
        </p:nvSpPr>
        <p:spPr>
          <a:xfrm rot="20753738">
            <a:off x="1439186" y="1737951"/>
            <a:ext cx="224568" cy="106317"/>
          </a:xfrm>
          <a:prstGeom prst="arc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EC026B41-78D0-411D-79C7-97EE0C90911C}"/>
              </a:ext>
            </a:extLst>
          </p:cNvPr>
          <p:cNvCxnSpPr>
            <a:cxnSpLocks/>
            <a:endCxn id="103" idx="2"/>
          </p:cNvCxnSpPr>
          <p:nvPr/>
        </p:nvCxnSpPr>
        <p:spPr>
          <a:xfrm>
            <a:off x="996640" y="2054395"/>
            <a:ext cx="512636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C10FB7F5-95DB-4091-9F86-07289FDE7BFE}"/>
              </a:ext>
            </a:extLst>
          </p:cNvPr>
          <p:cNvCxnSpPr>
            <a:cxnSpLocks/>
          </p:cNvCxnSpPr>
          <p:nvPr/>
        </p:nvCxnSpPr>
        <p:spPr>
          <a:xfrm>
            <a:off x="1542553" y="2054398"/>
            <a:ext cx="32554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CAAFC54A-973B-3C3F-BA22-0BBA53A6CDB7}"/>
              </a:ext>
            </a:extLst>
          </p:cNvPr>
          <p:cNvCxnSpPr>
            <a:cxnSpLocks/>
            <a:stCxn id="57" idx="0"/>
          </p:cNvCxnSpPr>
          <p:nvPr/>
        </p:nvCxnSpPr>
        <p:spPr>
          <a:xfrm flipV="1">
            <a:off x="1542545" y="127000"/>
            <a:ext cx="8" cy="21566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楕円 102">
            <a:extLst>
              <a:ext uri="{FF2B5EF4-FFF2-40B4-BE49-F238E27FC236}">
                <a16:creationId xmlns:a16="http://schemas.microsoft.com/office/drawing/2014/main" id="{B9161C5D-EBFA-BBC0-F39B-28A1AEDA1AD0}"/>
              </a:ext>
            </a:extLst>
          </p:cNvPr>
          <p:cNvSpPr/>
          <p:nvPr/>
        </p:nvSpPr>
        <p:spPr>
          <a:xfrm>
            <a:off x="1509276" y="2020166"/>
            <a:ext cx="66531" cy="68459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B5A65E5-D1CE-5AD5-25E5-9B8A399E8B12}"/>
              </a:ext>
            </a:extLst>
          </p:cNvPr>
          <p:cNvSpPr txBox="1"/>
          <p:nvPr/>
        </p:nvSpPr>
        <p:spPr>
          <a:xfrm>
            <a:off x="4653524" y="20072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x</a:t>
            </a:r>
            <a:endParaRPr kumimoji="1" lang="ja-JP" altLang="en-US" b="1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10A2D836-8E21-CB8C-E746-F8FC169A1428}"/>
              </a:ext>
            </a:extLst>
          </p:cNvPr>
          <p:cNvSpPr txBox="1"/>
          <p:nvPr/>
        </p:nvSpPr>
        <p:spPr>
          <a:xfrm>
            <a:off x="1234454" y="-1489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y</a:t>
            </a:r>
            <a:endParaRPr kumimoji="1" lang="ja-JP" altLang="en-US" b="1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C95CBEB4-8C09-A3AF-5942-4FD4FA916502}"/>
              </a:ext>
            </a:extLst>
          </p:cNvPr>
          <p:cNvSpPr txBox="1"/>
          <p:nvPr/>
        </p:nvSpPr>
        <p:spPr>
          <a:xfrm>
            <a:off x="3311123" y="249077"/>
            <a:ext cx="1119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chemeClr val="bg1"/>
                </a:solidFill>
                <a:highlight>
                  <a:srgbClr val="FF0000"/>
                </a:highlight>
              </a:rPr>
              <a:t>接線</a:t>
            </a:r>
            <a:endParaRPr kumimoji="1" lang="en-US" altLang="ja-JP" sz="1200" dirty="0">
              <a:solidFill>
                <a:schemeClr val="bg1"/>
              </a:solidFill>
              <a:highlight>
                <a:srgbClr val="FF0000"/>
              </a:highlight>
            </a:endParaRPr>
          </a:p>
          <a:p>
            <a:r>
              <a:rPr kumimoji="1" lang="ja-JP" altLang="en-US" sz="1200" dirty="0"/>
              <a:t>→傾き</a:t>
            </a:r>
            <a:r>
              <a:rPr kumimoji="1" lang="en-US" altLang="ja-JP" sz="1200" dirty="0"/>
              <a:t>:tan(c)</a:t>
            </a:r>
            <a:endParaRPr kumimoji="1" lang="ja-JP" altLang="en-US" sz="1200" dirty="0"/>
          </a:p>
        </p:txBody>
      </p:sp>
      <p:sp>
        <p:nvSpPr>
          <p:cNvPr id="57" name="矢印: 下 56">
            <a:extLst>
              <a:ext uri="{FF2B5EF4-FFF2-40B4-BE49-F238E27FC236}">
                <a16:creationId xmlns:a16="http://schemas.microsoft.com/office/drawing/2014/main" id="{1F9813DB-BBF9-31AE-D695-AA8D03B19327}"/>
              </a:ext>
            </a:extLst>
          </p:cNvPr>
          <p:cNvSpPr/>
          <p:nvPr/>
        </p:nvSpPr>
        <p:spPr>
          <a:xfrm rot="10800000">
            <a:off x="1411746" y="2054397"/>
            <a:ext cx="261599" cy="229215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931E0D26-2F2F-D8EA-8EE4-F59B53FC243A}"/>
              </a:ext>
            </a:extLst>
          </p:cNvPr>
          <p:cNvSpPr txBox="1"/>
          <p:nvPr/>
        </p:nvSpPr>
        <p:spPr>
          <a:xfrm>
            <a:off x="1218850" y="2273708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highlight>
                  <a:srgbClr val="00FF00"/>
                </a:highlight>
              </a:rPr>
              <a:t>カメラ</a:t>
            </a:r>
          </a:p>
        </p:txBody>
      </p: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21E2516D-E78F-6912-2D3F-905D9A991BE8}"/>
              </a:ext>
            </a:extLst>
          </p:cNvPr>
          <p:cNvCxnSpPr>
            <a:cxnSpLocks/>
          </p:cNvCxnSpPr>
          <p:nvPr/>
        </p:nvCxnSpPr>
        <p:spPr>
          <a:xfrm>
            <a:off x="1537282" y="713048"/>
            <a:ext cx="2665735" cy="1307118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楕円 88">
            <a:extLst>
              <a:ext uri="{FF2B5EF4-FFF2-40B4-BE49-F238E27FC236}">
                <a16:creationId xmlns:a16="http://schemas.microsoft.com/office/drawing/2014/main" id="{3CBEE743-8C5D-59C8-3E4C-479B915AC25C}"/>
              </a:ext>
            </a:extLst>
          </p:cNvPr>
          <p:cNvSpPr/>
          <p:nvPr/>
        </p:nvSpPr>
        <p:spPr>
          <a:xfrm>
            <a:off x="2139450" y="923137"/>
            <a:ext cx="53535" cy="539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0" name="楕円 89">
            <a:extLst>
              <a:ext uri="{FF2B5EF4-FFF2-40B4-BE49-F238E27FC236}">
                <a16:creationId xmlns:a16="http://schemas.microsoft.com/office/drawing/2014/main" id="{36323DDA-C3F1-5AAF-9906-6ADDEF119500}"/>
              </a:ext>
            </a:extLst>
          </p:cNvPr>
          <p:cNvSpPr/>
          <p:nvPr/>
        </p:nvSpPr>
        <p:spPr>
          <a:xfrm>
            <a:off x="1836908" y="1050261"/>
            <a:ext cx="53535" cy="539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2" name="楕円 101">
            <a:extLst>
              <a:ext uri="{FF2B5EF4-FFF2-40B4-BE49-F238E27FC236}">
                <a16:creationId xmlns:a16="http://schemas.microsoft.com/office/drawing/2014/main" id="{74CF8013-DE4A-1A14-0686-57F4867B1F53}"/>
              </a:ext>
            </a:extLst>
          </p:cNvPr>
          <p:cNvSpPr/>
          <p:nvPr/>
        </p:nvSpPr>
        <p:spPr>
          <a:xfrm>
            <a:off x="1509276" y="679701"/>
            <a:ext cx="66531" cy="69146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ABD1FB18-F6D5-A5BB-F1F4-72C3F546683C}"/>
              </a:ext>
            </a:extLst>
          </p:cNvPr>
          <p:cNvCxnSpPr>
            <a:cxnSpLocks/>
          </p:cNvCxnSpPr>
          <p:nvPr/>
        </p:nvCxnSpPr>
        <p:spPr>
          <a:xfrm>
            <a:off x="1338263" y="722407"/>
            <a:ext cx="0" cy="131633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2A1BDD4E-3F88-F0C2-B7B5-4B560E55EFED}"/>
              </a:ext>
            </a:extLst>
          </p:cNvPr>
          <p:cNvSpPr txBox="1"/>
          <p:nvPr/>
        </p:nvSpPr>
        <p:spPr>
          <a:xfrm>
            <a:off x="1104629" y="119590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h</a:t>
            </a:r>
            <a:endParaRPr kumimoji="1" lang="ja-JP" altLang="en-US" dirty="0"/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7F8891BC-787D-9260-8122-2E6D1608106B}"/>
              </a:ext>
            </a:extLst>
          </p:cNvPr>
          <p:cNvSpPr txBox="1"/>
          <p:nvPr/>
        </p:nvSpPr>
        <p:spPr>
          <a:xfrm>
            <a:off x="777184" y="45366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highlight>
                  <a:srgbClr val="8FAADC"/>
                </a:highlight>
              </a:rPr>
              <a:t>ミラー</a:t>
            </a:r>
            <a:endParaRPr kumimoji="1" lang="ja-JP" altLang="en-US" sz="1200" dirty="0">
              <a:highlight>
                <a:srgbClr val="8FAADC"/>
              </a:highlight>
            </a:endParaRPr>
          </a:p>
        </p:txBody>
      </p: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99C81A06-036C-0BE7-A1AD-2055C107F808}"/>
              </a:ext>
            </a:extLst>
          </p:cNvPr>
          <p:cNvCxnSpPr>
            <a:cxnSpLocks/>
            <a:stCxn id="57" idx="2"/>
          </p:cNvCxnSpPr>
          <p:nvPr/>
        </p:nvCxnSpPr>
        <p:spPr>
          <a:xfrm flipV="1">
            <a:off x="1542545" y="955090"/>
            <a:ext cx="454655" cy="1099307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テキスト ボックス 180">
            <a:extLst>
              <a:ext uri="{FF2B5EF4-FFF2-40B4-BE49-F238E27FC236}">
                <a16:creationId xmlns:a16="http://schemas.microsoft.com/office/drawing/2014/main" id="{D50351CF-FC15-6467-F5AF-4B4D51A6D085}"/>
              </a:ext>
            </a:extLst>
          </p:cNvPr>
          <p:cNvSpPr txBox="1"/>
          <p:nvPr/>
        </p:nvSpPr>
        <p:spPr>
          <a:xfrm>
            <a:off x="1506723" y="75192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194" name="フリーフォーム: 図形 193">
            <a:extLst>
              <a:ext uri="{FF2B5EF4-FFF2-40B4-BE49-F238E27FC236}">
                <a16:creationId xmlns:a16="http://schemas.microsoft.com/office/drawing/2014/main" id="{D0A84184-451E-C0EA-D52B-BC0675955306}"/>
              </a:ext>
            </a:extLst>
          </p:cNvPr>
          <p:cNvSpPr/>
          <p:nvPr/>
        </p:nvSpPr>
        <p:spPr>
          <a:xfrm rot="21540000" flipH="1">
            <a:off x="876609" y="714416"/>
            <a:ext cx="657225" cy="340518"/>
          </a:xfrm>
          <a:custGeom>
            <a:avLst/>
            <a:gdLst>
              <a:gd name="csX0" fmla="*/ 657225 w 657225"/>
              <a:gd name="csY0" fmla="*/ 0 h 340518"/>
              <a:gd name="csX1" fmla="*/ 452438 w 657225"/>
              <a:gd name="csY1" fmla="*/ 228600 h 340518"/>
              <a:gd name="csX2" fmla="*/ 0 w 657225"/>
              <a:gd name="csY2" fmla="*/ 340518 h 3405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57225" h="340518">
                <a:moveTo>
                  <a:pt x="657225" y="0"/>
                </a:moveTo>
                <a:cubicBezTo>
                  <a:pt x="609600" y="85923"/>
                  <a:pt x="561976" y="171847"/>
                  <a:pt x="452438" y="228600"/>
                </a:cubicBezTo>
                <a:cubicBezTo>
                  <a:pt x="342900" y="285353"/>
                  <a:pt x="171450" y="312935"/>
                  <a:pt x="0" y="340518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02" name="フリーフォーム: 図形 201">
            <a:extLst>
              <a:ext uri="{FF2B5EF4-FFF2-40B4-BE49-F238E27FC236}">
                <a16:creationId xmlns:a16="http://schemas.microsoft.com/office/drawing/2014/main" id="{EED629D2-7114-D10B-8E1D-E1746D42A027}"/>
              </a:ext>
            </a:extLst>
          </p:cNvPr>
          <p:cNvSpPr/>
          <p:nvPr/>
        </p:nvSpPr>
        <p:spPr>
          <a:xfrm rot="60000">
            <a:off x="1555285" y="713026"/>
            <a:ext cx="657225" cy="340518"/>
          </a:xfrm>
          <a:custGeom>
            <a:avLst/>
            <a:gdLst>
              <a:gd name="csX0" fmla="*/ 657225 w 657225"/>
              <a:gd name="csY0" fmla="*/ 0 h 340518"/>
              <a:gd name="csX1" fmla="*/ 452438 w 657225"/>
              <a:gd name="csY1" fmla="*/ 228600 h 340518"/>
              <a:gd name="csX2" fmla="*/ 0 w 657225"/>
              <a:gd name="csY2" fmla="*/ 340518 h 3405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57225" h="340518">
                <a:moveTo>
                  <a:pt x="657225" y="0"/>
                </a:moveTo>
                <a:cubicBezTo>
                  <a:pt x="609600" y="85923"/>
                  <a:pt x="561976" y="171847"/>
                  <a:pt x="452438" y="228600"/>
                </a:cubicBezTo>
                <a:cubicBezTo>
                  <a:pt x="342900" y="285353"/>
                  <a:pt x="171450" y="312935"/>
                  <a:pt x="0" y="340518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C5AA0556-ACCD-4C97-9E30-290C642F3455}"/>
              </a:ext>
            </a:extLst>
          </p:cNvPr>
          <p:cNvCxnSpPr>
            <a:cxnSpLocks/>
          </p:cNvCxnSpPr>
          <p:nvPr/>
        </p:nvCxnSpPr>
        <p:spPr>
          <a:xfrm flipV="1">
            <a:off x="1429616" y="361098"/>
            <a:ext cx="1929067" cy="83263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22FF457E-2D82-D768-5182-7DDD3EF63A48}"/>
              </a:ext>
            </a:extLst>
          </p:cNvPr>
          <p:cNvSpPr/>
          <p:nvPr/>
        </p:nvSpPr>
        <p:spPr>
          <a:xfrm>
            <a:off x="4226426" y="1466850"/>
            <a:ext cx="264612" cy="5568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物体</a:t>
            </a:r>
            <a:endParaRPr kumimoji="1" lang="ja-JP" altLang="en-US" dirty="0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6B65DD0F-9EBE-5FA1-F6C9-85DD33FBBB73}"/>
              </a:ext>
            </a:extLst>
          </p:cNvPr>
          <p:cNvCxnSpPr>
            <a:cxnSpLocks/>
            <a:stCxn id="202" idx="0"/>
          </p:cNvCxnSpPr>
          <p:nvPr/>
        </p:nvCxnSpPr>
        <p:spPr>
          <a:xfrm flipV="1">
            <a:off x="2215431" y="717225"/>
            <a:ext cx="1204496" cy="1562"/>
          </a:xfrm>
          <a:prstGeom prst="line">
            <a:avLst/>
          </a:prstGeom>
          <a:ln w="19050">
            <a:solidFill>
              <a:srgbClr val="8FAAD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F1872CB4-6B3D-2D80-E5BA-8A3F49F9590E}"/>
              </a:ext>
            </a:extLst>
          </p:cNvPr>
          <p:cNvSpPr txBox="1"/>
          <p:nvPr/>
        </p:nvSpPr>
        <p:spPr>
          <a:xfrm>
            <a:off x="2826485" y="43687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CF691E-5B3F-7FD1-F340-ADAB4646441C}"/>
              </a:ext>
            </a:extLst>
          </p:cNvPr>
          <p:cNvSpPr txBox="1"/>
          <p:nvPr/>
        </p:nvSpPr>
        <p:spPr>
          <a:xfrm>
            <a:off x="1742148" y="373755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</a:t>
            </a:r>
            <a:endParaRPr kumimoji="1" lang="ja-JP" altLang="en-US" dirty="0"/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365CF368-D663-159D-BABD-62BB30F9C5FB}"/>
              </a:ext>
            </a:extLst>
          </p:cNvPr>
          <p:cNvCxnSpPr>
            <a:cxnSpLocks/>
          </p:cNvCxnSpPr>
          <p:nvPr/>
        </p:nvCxnSpPr>
        <p:spPr>
          <a:xfrm>
            <a:off x="1542473" y="653949"/>
            <a:ext cx="672958" cy="45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48BB2541-1D9B-4F86-D34B-84B9F2CE09B0}"/>
              </a:ext>
            </a:extLst>
          </p:cNvPr>
          <p:cNvSpPr/>
          <p:nvPr/>
        </p:nvSpPr>
        <p:spPr>
          <a:xfrm>
            <a:off x="5574087" y="2169841"/>
            <a:ext cx="168146" cy="8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2" name="直線コネクタ 211">
            <a:extLst>
              <a:ext uri="{FF2B5EF4-FFF2-40B4-BE49-F238E27FC236}">
                <a16:creationId xmlns:a16="http://schemas.microsoft.com/office/drawing/2014/main" id="{6E1CF165-20E7-C2D0-76F8-7CC0DFCA7CAF}"/>
              </a:ext>
            </a:extLst>
          </p:cNvPr>
          <p:cNvCxnSpPr>
            <a:cxnSpLocks/>
            <a:endCxn id="215" idx="2"/>
          </p:cNvCxnSpPr>
          <p:nvPr/>
        </p:nvCxnSpPr>
        <p:spPr>
          <a:xfrm>
            <a:off x="4986931" y="3260529"/>
            <a:ext cx="512636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線矢印コネクタ 212">
            <a:extLst>
              <a:ext uri="{FF2B5EF4-FFF2-40B4-BE49-F238E27FC236}">
                <a16:creationId xmlns:a16="http://schemas.microsoft.com/office/drawing/2014/main" id="{310AA31B-6AB3-3D79-405B-A95658C5C219}"/>
              </a:ext>
            </a:extLst>
          </p:cNvPr>
          <p:cNvCxnSpPr>
            <a:cxnSpLocks/>
          </p:cNvCxnSpPr>
          <p:nvPr/>
        </p:nvCxnSpPr>
        <p:spPr>
          <a:xfrm>
            <a:off x="5532844" y="3260532"/>
            <a:ext cx="32554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線矢印コネクタ 213">
            <a:extLst>
              <a:ext uri="{FF2B5EF4-FFF2-40B4-BE49-F238E27FC236}">
                <a16:creationId xmlns:a16="http://schemas.microsoft.com/office/drawing/2014/main" id="{83739125-8273-7149-1E35-4D05B6B75489}"/>
              </a:ext>
            </a:extLst>
          </p:cNvPr>
          <p:cNvCxnSpPr>
            <a:cxnSpLocks/>
            <a:stCxn id="219" idx="0"/>
          </p:cNvCxnSpPr>
          <p:nvPr/>
        </p:nvCxnSpPr>
        <p:spPr>
          <a:xfrm flipV="1">
            <a:off x="5532836" y="1333134"/>
            <a:ext cx="8" cy="21566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楕円 214">
            <a:extLst>
              <a:ext uri="{FF2B5EF4-FFF2-40B4-BE49-F238E27FC236}">
                <a16:creationId xmlns:a16="http://schemas.microsoft.com/office/drawing/2014/main" id="{6C4F172F-A46D-8D9A-F53C-93E548A799CA}"/>
              </a:ext>
            </a:extLst>
          </p:cNvPr>
          <p:cNvSpPr/>
          <p:nvPr/>
        </p:nvSpPr>
        <p:spPr>
          <a:xfrm>
            <a:off x="5499567" y="3226300"/>
            <a:ext cx="66531" cy="68459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16" name="テキスト ボックス 215">
            <a:extLst>
              <a:ext uri="{FF2B5EF4-FFF2-40B4-BE49-F238E27FC236}">
                <a16:creationId xmlns:a16="http://schemas.microsoft.com/office/drawing/2014/main" id="{B61EAD4E-898B-465A-2258-FDC0D6399680}"/>
              </a:ext>
            </a:extLst>
          </p:cNvPr>
          <p:cNvSpPr txBox="1"/>
          <p:nvPr/>
        </p:nvSpPr>
        <p:spPr>
          <a:xfrm>
            <a:off x="8643815" y="32133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x</a:t>
            </a:r>
            <a:endParaRPr kumimoji="1" lang="ja-JP" altLang="en-US" b="1" dirty="0"/>
          </a:p>
        </p:txBody>
      </p:sp>
      <p:sp>
        <p:nvSpPr>
          <p:cNvPr id="217" name="テキスト ボックス 216">
            <a:extLst>
              <a:ext uri="{FF2B5EF4-FFF2-40B4-BE49-F238E27FC236}">
                <a16:creationId xmlns:a16="http://schemas.microsoft.com/office/drawing/2014/main" id="{C22E662A-FE95-3F94-36D6-4765A54DF746}"/>
              </a:ext>
            </a:extLst>
          </p:cNvPr>
          <p:cNvSpPr txBox="1"/>
          <p:nvPr/>
        </p:nvSpPr>
        <p:spPr>
          <a:xfrm>
            <a:off x="5224745" y="11912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y</a:t>
            </a:r>
            <a:endParaRPr kumimoji="1" lang="ja-JP" altLang="en-US" b="1" dirty="0"/>
          </a:p>
        </p:txBody>
      </p:sp>
      <p:sp>
        <p:nvSpPr>
          <p:cNvPr id="219" name="矢印: 下 218">
            <a:extLst>
              <a:ext uri="{FF2B5EF4-FFF2-40B4-BE49-F238E27FC236}">
                <a16:creationId xmlns:a16="http://schemas.microsoft.com/office/drawing/2014/main" id="{6A31C0A7-6C3D-8134-D794-C367C408B34C}"/>
              </a:ext>
            </a:extLst>
          </p:cNvPr>
          <p:cNvSpPr/>
          <p:nvPr/>
        </p:nvSpPr>
        <p:spPr>
          <a:xfrm rot="10800000">
            <a:off x="5402037" y="3260531"/>
            <a:ext cx="261599" cy="229215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0" name="テキスト ボックス 219">
            <a:extLst>
              <a:ext uri="{FF2B5EF4-FFF2-40B4-BE49-F238E27FC236}">
                <a16:creationId xmlns:a16="http://schemas.microsoft.com/office/drawing/2014/main" id="{E32B47EC-325F-B56E-24CA-CDCFB24A4458}"/>
              </a:ext>
            </a:extLst>
          </p:cNvPr>
          <p:cNvSpPr txBox="1"/>
          <p:nvPr/>
        </p:nvSpPr>
        <p:spPr>
          <a:xfrm>
            <a:off x="5209141" y="347984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highlight>
                  <a:srgbClr val="00FF00"/>
                </a:highlight>
              </a:rPr>
              <a:t>カメラ</a:t>
            </a:r>
          </a:p>
        </p:txBody>
      </p:sp>
      <p:sp>
        <p:nvSpPr>
          <p:cNvPr id="222" name="楕円 221">
            <a:extLst>
              <a:ext uri="{FF2B5EF4-FFF2-40B4-BE49-F238E27FC236}">
                <a16:creationId xmlns:a16="http://schemas.microsoft.com/office/drawing/2014/main" id="{E36D6ED7-5724-5150-BA8F-9D0CDC876344}"/>
              </a:ext>
            </a:extLst>
          </p:cNvPr>
          <p:cNvSpPr/>
          <p:nvPr/>
        </p:nvSpPr>
        <p:spPr>
          <a:xfrm>
            <a:off x="5499567" y="1885835"/>
            <a:ext cx="66531" cy="69146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223" name="直線矢印コネクタ 222">
            <a:extLst>
              <a:ext uri="{FF2B5EF4-FFF2-40B4-BE49-F238E27FC236}">
                <a16:creationId xmlns:a16="http://schemas.microsoft.com/office/drawing/2014/main" id="{AD4463F0-49BB-447F-FF74-5AB0D07EC8F2}"/>
              </a:ext>
            </a:extLst>
          </p:cNvPr>
          <p:cNvCxnSpPr>
            <a:cxnSpLocks/>
          </p:cNvCxnSpPr>
          <p:nvPr/>
        </p:nvCxnSpPr>
        <p:spPr>
          <a:xfrm>
            <a:off x="5328554" y="1928541"/>
            <a:ext cx="0" cy="131633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テキスト ボックス 223">
            <a:extLst>
              <a:ext uri="{FF2B5EF4-FFF2-40B4-BE49-F238E27FC236}">
                <a16:creationId xmlns:a16="http://schemas.microsoft.com/office/drawing/2014/main" id="{82CA950E-6A10-0293-1157-6361A4E74BF1}"/>
              </a:ext>
            </a:extLst>
          </p:cNvPr>
          <p:cNvSpPr txBox="1"/>
          <p:nvPr/>
        </p:nvSpPr>
        <p:spPr>
          <a:xfrm>
            <a:off x="5094920" y="2402041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h</a:t>
            </a:r>
            <a:endParaRPr kumimoji="1" lang="ja-JP" altLang="en-US" dirty="0"/>
          </a:p>
        </p:txBody>
      </p:sp>
      <p:cxnSp>
        <p:nvCxnSpPr>
          <p:cNvPr id="225" name="直線矢印コネクタ 224">
            <a:extLst>
              <a:ext uri="{FF2B5EF4-FFF2-40B4-BE49-F238E27FC236}">
                <a16:creationId xmlns:a16="http://schemas.microsoft.com/office/drawing/2014/main" id="{C0B8E2DF-20C9-3168-C324-4AC0EB585A4D}"/>
              </a:ext>
            </a:extLst>
          </p:cNvPr>
          <p:cNvCxnSpPr>
            <a:cxnSpLocks/>
            <a:stCxn id="219" idx="2"/>
            <a:endCxn id="228" idx="4"/>
          </p:cNvCxnSpPr>
          <p:nvPr/>
        </p:nvCxnSpPr>
        <p:spPr>
          <a:xfrm flipV="1">
            <a:off x="5532836" y="2047131"/>
            <a:ext cx="438782" cy="121340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楕円 227">
            <a:extLst>
              <a:ext uri="{FF2B5EF4-FFF2-40B4-BE49-F238E27FC236}">
                <a16:creationId xmlns:a16="http://schemas.microsoft.com/office/drawing/2014/main" id="{4D23D46D-79F1-3846-3981-FACB2C9BFC42}"/>
              </a:ext>
            </a:extLst>
          </p:cNvPr>
          <p:cNvSpPr/>
          <p:nvPr/>
        </p:nvSpPr>
        <p:spPr>
          <a:xfrm>
            <a:off x="5944850" y="1993200"/>
            <a:ext cx="53535" cy="539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232" name="直線コネクタ 231">
            <a:extLst>
              <a:ext uri="{FF2B5EF4-FFF2-40B4-BE49-F238E27FC236}">
                <a16:creationId xmlns:a16="http://schemas.microsoft.com/office/drawing/2014/main" id="{956ED938-48A5-72F3-D916-0D51003888A7}"/>
              </a:ext>
            </a:extLst>
          </p:cNvPr>
          <p:cNvCxnSpPr>
            <a:cxnSpLocks/>
            <a:endCxn id="246" idx="6"/>
          </p:cNvCxnSpPr>
          <p:nvPr/>
        </p:nvCxnSpPr>
        <p:spPr>
          <a:xfrm flipH="1" flipV="1">
            <a:off x="5571846" y="1919968"/>
            <a:ext cx="638141" cy="3567"/>
          </a:xfrm>
          <a:prstGeom prst="line">
            <a:avLst/>
          </a:prstGeom>
          <a:ln w="19050">
            <a:solidFill>
              <a:srgbClr val="8FAA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D876730A-DEA9-02EE-7891-C2760B5619CE}"/>
              </a:ext>
            </a:extLst>
          </p:cNvPr>
          <p:cNvSpPr/>
          <p:nvPr/>
        </p:nvSpPr>
        <p:spPr>
          <a:xfrm>
            <a:off x="5579835" y="2169401"/>
            <a:ext cx="168146" cy="8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2CE2F5B-231C-C1C0-17CF-0220162C5038}"/>
              </a:ext>
            </a:extLst>
          </p:cNvPr>
          <p:cNvCxnSpPr>
            <a:cxnSpLocks/>
          </p:cNvCxnSpPr>
          <p:nvPr/>
        </p:nvCxnSpPr>
        <p:spPr>
          <a:xfrm>
            <a:off x="5533321" y="1918742"/>
            <a:ext cx="2816746" cy="578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楕円 245">
            <a:extLst>
              <a:ext uri="{FF2B5EF4-FFF2-40B4-BE49-F238E27FC236}">
                <a16:creationId xmlns:a16="http://schemas.microsoft.com/office/drawing/2014/main" id="{0B1C7750-0385-FB13-8F55-2205FEDCC914}"/>
              </a:ext>
            </a:extLst>
          </p:cNvPr>
          <p:cNvSpPr/>
          <p:nvPr/>
        </p:nvSpPr>
        <p:spPr>
          <a:xfrm>
            <a:off x="5505315" y="1885395"/>
            <a:ext cx="66531" cy="69146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250" name="直線コネクタ 249">
            <a:extLst>
              <a:ext uri="{FF2B5EF4-FFF2-40B4-BE49-F238E27FC236}">
                <a16:creationId xmlns:a16="http://schemas.microsoft.com/office/drawing/2014/main" id="{36895232-F386-1A65-75D6-91311F08CEF2}"/>
              </a:ext>
            </a:extLst>
          </p:cNvPr>
          <p:cNvCxnSpPr>
            <a:cxnSpLocks/>
          </p:cNvCxnSpPr>
          <p:nvPr/>
        </p:nvCxnSpPr>
        <p:spPr>
          <a:xfrm flipV="1">
            <a:off x="5822080" y="1696274"/>
            <a:ext cx="740129" cy="49364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テキスト ボックス 250">
            <a:extLst>
              <a:ext uri="{FF2B5EF4-FFF2-40B4-BE49-F238E27FC236}">
                <a16:creationId xmlns:a16="http://schemas.microsoft.com/office/drawing/2014/main" id="{D9E0AC30-D800-6FF8-E6B2-5C746CCD6F56}"/>
              </a:ext>
            </a:extLst>
          </p:cNvPr>
          <p:cNvSpPr txBox="1"/>
          <p:nvPr/>
        </p:nvSpPr>
        <p:spPr>
          <a:xfrm>
            <a:off x="5738187" y="1579449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</a:t>
            </a:r>
            <a:endParaRPr kumimoji="1" lang="ja-JP" altLang="en-US" dirty="0"/>
          </a:p>
        </p:txBody>
      </p:sp>
      <p:cxnSp>
        <p:nvCxnSpPr>
          <p:cNvPr id="252" name="直線矢印コネクタ 251">
            <a:extLst>
              <a:ext uri="{FF2B5EF4-FFF2-40B4-BE49-F238E27FC236}">
                <a16:creationId xmlns:a16="http://schemas.microsoft.com/office/drawing/2014/main" id="{4F43FD67-DF37-492A-0AB3-A6A1F3ED2960}"/>
              </a:ext>
            </a:extLst>
          </p:cNvPr>
          <p:cNvCxnSpPr>
            <a:cxnSpLocks/>
          </p:cNvCxnSpPr>
          <p:nvPr/>
        </p:nvCxnSpPr>
        <p:spPr>
          <a:xfrm>
            <a:off x="5538512" y="1859643"/>
            <a:ext cx="672958" cy="45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0BE8B31C-5BEE-DC75-77A6-5FB78D7040FD}"/>
              </a:ext>
            </a:extLst>
          </p:cNvPr>
          <p:cNvCxnSpPr>
            <a:cxnSpLocks/>
            <a:endCxn id="254" idx="4"/>
          </p:cNvCxnSpPr>
          <p:nvPr/>
        </p:nvCxnSpPr>
        <p:spPr>
          <a:xfrm flipV="1">
            <a:off x="5538584" y="1949553"/>
            <a:ext cx="681670" cy="1310538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楕円 253">
            <a:extLst>
              <a:ext uri="{FF2B5EF4-FFF2-40B4-BE49-F238E27FC236}">
                <a16:creationId xmlns:a16="http://schemas.microsoft.com/office/drawing/2014/main" id="{1EF11AF3-1E48-72C5-E8B1-386BA91BEEF6}"/>
              </a:ext>
            </a:extLst>
          </p:cNvPr>
          <p:cNvSpPr/>
          <p:nvPr/>
        </p:nvSpPr>
        <p:spPr>
          <a:xfrm>
            <a:off x="6193486" y="1895622"/>
            <a:ext cx="53535" cy="539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278" name="直線矢印コネクタ 277">
            <a:extLst>
              <a:ext uri="{FF2B5EF4-FFF2-40B4-BE49-F238E27FC236}">
                <a16:creationId xmlns:a16="http://schemas.microsoft.com/office/drawing/2014/main" id="{8DB75D4F-8743-0F46-6BA7-A464599A6E17}"/>
              </a:ext>
            </a:extLst>
          </p:cNvPr>
          <p:cNvCxnSpPr>
            <a:cxnSpLocks/>
          </p:cNvCxnSpPr>
          <p:nvPr/>
        </p:nvCxnSpPr>
        <p:spPr>
          <a:xfrm>
            <a:off x="696493" y="4895113"/>
            <a:ext cx="2714727" cy="592631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直線コネクタ 278">
            <a:extLst>
              <a:ext uri="{FF2B5EF4-FFF2-40B4-BE49-F238E27FC236}">
                <a16:creationId xmlns:a16="http://schemas.microsoft.com/office/drawing/2014/main" id="{ED2DE9A6-33F0-25AD-E114-F4DC9E7855AD}"/>
              </a:ext>
            </a:extLst>
          </p:cNvPr>
          <p:cNvCxnSpPr>
            <a:cxnSpLocks/>
          </p:cNvCxnSpPr>
          <p:nvPr/>
        </p:nvCxnSpPr>
        <p:spPr>
          <a:xfrm flipV="1">
            <a:off x="777023" y="4880931"/>
            <a:ext cx="824140" cy="2047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42636CAF-A5F4-27B7-D197-E3F6D5E0F72F}"/>
              </a:ext>
            </a:extLst>
          </p:cNvPr>
          <p:cNvSpPr/>
          <p:nvPr/>
        </p:nvSpPr>
        <p:spPr>
          <a:xfrm>
            <a:off x="743007" y="5145772"/>
            <a:ext cx="168146" cy="8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1" name="直線コネクタ 280">
            <a:extLst>
              <a:ext uri="{FF2B5EF4-FFF2-40B4-BE49-F238E27FC236}">
                <a16:creationId xmlns:a16="http://schemas.microsoft.com/office/drawing/2014/main" id="{6FCC0327-4553-F318-CC5C-9B17B9E041A6}"/>
              </a:ext>
            </a:extLst>
          </p:cNvPr>
          <p:cNvCxnSpPr>
            <a:cxnSpLocks/>
            <a:endCxn id="284" idx="2"/>
          </p:cNvCxnSpPr>
          <p:nvPr/>
        </p:nvCxnSpPr>
        <p:spPr>
          <a:xfrm>
            <a:off x="155851" y="6236460"/>
            <a:ext cx="512636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直線矢印コネクタ 281">
            <a:extLst>
              <a:ext uri="{FF2B5EF4-FFF2-40B4-BE49-F238E27FC236}">
                <a16:creationId xmlns:a16="http://schemas.microsoft.com/office/drawing/2014/main" id="{110177BE-B255-4FBB-5780-E10B53091357}"/>
              </a:ext>
            </a:extLst>
          </p:cNvPr>
          <p:cNvCxnSpPr>
            <a:cxnSpLocks/>
          </p:cNvCxnSpPr>
          <p:nvPr/>
        </p:nvCxnSpPr>
        <p:spPr>
          <a:xfrm>
            <a:off x="701764" y="6236463"/>
            <a:ext cx="32554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直線矢印コネクタ 282">
            <a:extLst>
              <a:ext uri="{FF2B5EF4-FFF2-40B4-BE49-F238E27FC236}">
                <a16:creationId xmlns:a16="http://schemas.microsoft.com/office/drawing/2014/main" id="{02CF8E75-282C-7514-FBD2-EEFACCE5BDCB}"/>
              </a:ext>
            </a:extLst>
          </p:cNvPr>
          <p:cNvCxnSpPr>
            <a:cxnSpLocks/>
            <a:stCxn id="287" idx="0"/>
          </p:cNvCxnSpPr>
          <p:nvPr/>
        </p:nvCxnSpPr>
        <p:spPr>
          <a:xfrm flipV="1">
            <a:off x="701756" y="4309065"/>
            <a:ext cx="8" cy="21566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楕円 283">
            <a:extLst>
              <a:ext uri="{FF2B5EF4-FFF2-40B4-BE49-F238E27FC236}">
                <a16:creationId xmlns:a16="http://schemas.microsoft.com/office/drawing/2014/main" id="{120B28AE-AC6D-6EC0-CAD3-E2E000FBA7C3}"/>
              </a:ext>
            </a:extLst>
          </p:cNvPr>
          <p:cNvSpPr/>
          <p:nvPr/>
        </p:nvSpPr>
        <p:spPr>
          <a:xfrm>
            <a:off x="668487" y="6202231"/>
            <a:ext cx="66531" cy="68459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85" name="テキスト ボックス 284">
            <a:extLst>
              <a:ext uri="{FF2B5EF4-FFF2-40B4-BE49-F238E27FC236}">
                <a16:creationId xmlns:a16="http://schemas.microsoft.com/office/drawing/2014/main" id="{BD9E0DDF-4D0B-F809-3A46-A707D20ED624}"/>
              </a:ext>
            </a:extLst>
          </p:cNvPr>
          <p:cNvSpPr txBox="1"/>
          <p:nvPr/>
        </p:nvSpPr>
        <p:spPr>
          <a:xfrm>
            <a:off x="3812735" y="61893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x</a:t>
            </a:r>
            <a:endParaRPr kumimoji="1" lang="ja-JP" altLang="en-US" b="1" dirty="0"/>
          </a:p>
        </p:txBody>
      </p:sp>
      <p:sp>
        <p:nvSpPr>
          <p:cNvPr id="286" name="テキスト ボックス 285">
            <a:extLst>
              <a:ext uri="{FF2B5EF4-FFF2-40B4-BE49-F238E27FC236}">
                <a16:creationId xmlns:a16="http://schemas.microsoft.com/office/drawing/2014/main" id="{982320DF-AF7B-EAEA-575C-21BD18AD6E2A}"/>
              </a:ext>
            </a:extLst>
          </p:cNvPr>
          <p:cNvSpPr txBox="1"/>
          <p:nvPr/>
        </p:nvSpPr>
        <p:spPr>
          <a:xfrm>
            <a:off x="393665" y="416717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y</a:t>
            </a:r>
            <a:endParaRPr kumimoji="1" lang="ja-JP" altLang="en-US" b="1" dirty="0"/>
          </a:p>
        </p:txBody>
      </p:sp>
      <p:sp>
        <p:nvSpPr>
          <p:cNvPr id="287" name="矢印: 下 286">
            <a:extLst>
              <a:ext uri="{FF2B5EF4-FFF2-40B4-BE49-F238E27FC236}">
                <a16:creationId xmlns:a16="http://schemas.microsoft.com/office/drawing/2014/main" id="{59DF1F11-F9E8-7FFC-CFCE-ECB62A883268}"/>
              </a:ext>
            </a:extLst>
          </p:cNvPr>
          <p:cNvSpPr/>
          <p:nvPr/>
        </p:nvSpPr>
        <p:spPr>
          <a:xfrm rot="10800000">
            <a:off x="570957" y="6236462"/>
            <a:ext cx="261599" cy="229215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8" name="テキスト ボックス 287">
            <a:extLst>
              <a:ext uri="{FF2B5EF4-FFF2-40B4-BE49-F238E27FC236}">
                <a16:creationId xmlns:a16="http://schemas.microsoft.com/office/drawing/2014/main" id="{C7CA835A-46DB-7B6A-5CC1-595B55E169EB}"/>
              </a:ext>
            </a:extLst>
          </p:cNvPr>
          <p:cNvSpPr txBox="1"/>
          <p:nvPr/>
        </p:nvSpPr>
        <p:spPr>
          <a:xfrm>
            <a:off x="378061" y="645577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highlight>
                  <a:srgbClr val="00FF00"/>
                </a:highlight>
              </a:rPr>
              <a:t>カメラ</a:t>
            </a:r>
          </a:p>
        </p:txBody>
      </p:sp>
      <p:sp>
        <p:nvSpPr>
          <p:cNvPr id="289" name="楕円 288">
            <a:extLst>
              <a:ext uri="{FF2B5EF4-FFF2-40B4-BE49-F238E27FC236}">
                <a16:creationId xmlns:a16="http://schemas.microsoft.com/office/drawing/2014/main" id="{9F3C3256-5034-77E3-7E18-47E0A9520003}"/>
              </a:ext>
            </a:extLst>
          </p:cNvPr>
          <p:cNvSpPr/>
          <p:nvPr/>
        </p:nvSpPr>
        <p:spPr>
          <a:xfrm>
            <a:off x="668487" y="4861766"/>
            <a:ext cx="66531" cy="69146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290" name="直線矢印コネクタ 289">
            <a:extLst>
              <a:ext uri="{FF2B5EF4-FFF2-40B4-BE49-F238E27FC236}">
                <a16:creationId xmlns:a16="http://schemas.microsoft.com/office/drawing/2014/main" id="{75E7A955-3375-0E9D-3B03-342843B08FCE}"/>
              </a:ext>
            </a:extLst>
          </p:cNvPr>
          <p:cNvCxnSpPr>
            <a:cxnSpLocks/>
          </p:cNvCxnSpPr>
          <p:nvPr/>
        </p:nvCxnSpPr>
        <p:spPr>
          <a:xfrm>
            <a:off x="497474" y="4904472"/>
            <a:ext cx="0" cy="131633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テキスト ボックス 290">
            <a:extLst>
              <a:ext uri="{FF2B5EF4-FFF2-40B4-BE49-F238E27FC236}">
                <a16:creationId xmlns:a16="http://schemas.microsoft.com/office/drawing/2014/main" id="{F22F796D-23BF-0A2E-B71D-CFC89E694926}"/>
              </a:ext>
            </a:extLst>
          </p:cNvPr>
          <p:cNvSpPr txBox="1"/>
          <p:nvPr/>
        </p:nvSpPr>
        <p:spPr>
          <a:xfrm>
            <a:off x="263840" y="537797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h</a:t>
            </a:r>
            <a:endParaRPr kumimoji="1" lang="ja-JP" altLang="en-US" dirty="0"/>
          </a:p>
        </p:txBody>
      </p:sp>
      <p:cxnSp>
        <p:nvCxnSpPr>
          <p:cNvPr id="292" name="直線矢印コネクタ 291">
            <a:extLst>
              <a:ext uri="{FF2B5EF4-FFF2-40B4-BE49-F238E27FC236}">
                <a16:creationId xmlns:a16="http://schemas.microsoft.com/office/drawing/2014/main" id="{58C2E249-75A1-B65A-BF59-19A3EAE1E5E2}"/>
              </a:ext>
            </a:extLst>
          </p:cNvPr>
          <p:cNvCxnSpPr>
            <a:cxnSpLocks/>
            <a:stCxn id="287" idx="2"/>
            <a:endCxn id="293" idx="4"/>
          </p:cNvCxnSpPr>
          <p:nvPr/>
        </p:nvCxnSpPr>
        <p:spPr>
          <a:xfrm flipV="1">
            <a:off x="701756" y="5023062"/>
            <a:ext cx="438782" cy="1213400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楕円 292">
            <a:extLst>
              <a:ext uri="{FF2B5EF4-FFF2-40B4-BE49-F238E27FC236}">
                <a16:creationId xmlns:a16="http://schemas.microsoft.com/office/drawing/2014/main" id="{3FEFE413-E9CB-CCA8-6907-7AE98E0205F2}"/>
              </a:ext>
            </a:extLst>
          </p:cNvPr>
          <p:cNvSpPr/>
          <p:nvPr/>
        </p:nvSpPr>
        <p:spPr>
          <a:xfrm>
            <a:off x="1113770" y="4969131"/>
            <a:ext cx="53535" cy="539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95" name="正方形/長方形 294">
            <a:extLst>
              <a:ext uri="{FF2B5EF4-FFF2-40B4-BE49-F238E27FC236}">
                <a16:creationId xmlns:a16="http://schemas.microsoft.com/office/drawing/2014/main" id="{71501ED6-6FA0-96A7-131B-A346AF69AC19}"/>
              </a:ext>
            </a:extLst>
          </p:cNvPr>
          <p:cNvSpPr/>
          <p:nvPr/>
        </p:nvSpPr>
        <p:spPr>
          <a:xfrm>
            <a:off x="748755" y="5145332"/>
            <a:ext cx="168146" cy="8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7" name="楕円 296">
            <a:extLst>
              <a:ext uri="{FF2B5EF4-FFF2-40B4-BE49-F238E27FC236}">
                <a16:creationId xmlns:a16="http://schemas.microsoft.com/office/drawing/2014/main" id="{679DB717-2DD7-9FA8-2B11-DE44BFD8963E}"/>
              </a:ext>
            </a:extLst>
          </p:cNvPr>
          <p:cNvSpPr/>
          <p:nvPr/>
        </p:nvSpPr>
        <p:spPr>
          <a:xfrm>
            <a:off x="674235" y="4861326"/>
            <a:ext cx="66531" cy="69146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D5A90184-77C4-FEEE-0CBE-403A4555D1D4}"/>
              </a:ext>
            </a:extLst>
          </p:cNvPr>
          <p:cNvSpPr/>
          <p:nvPr/>
        </p:nvSpPr>
        <p:spPr>
          <a:xfrm>
            <a:off x="4804894" y="5185505"/>
            <a:ext cx="168146" cy="8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6" name="直線コネクタ 305">
            <a:extLst>
              <a:ext uri="{FF2B5EF4-FFF2-40B4-BE49-F238E27FC236}">
                <a16:creationId xmlns:a16="http://schemas.microsoft.com/office/drawing/2014/main" id="{9B452E6F-19A5-878B-FC4A-7183B3D9D86B}"/>
              </a:ext>
            </a:extLst>
          </p:cNvPr>
          <p:cNvCxnSpPr>
            <a:cxnSpLocks/>
            <a:endCxn id="309" idx="2"/>
          </p:cNvCxnSpPr>
          <p:nvPr/>
        </p:nvCxnSpPr>
        <p:spPr>
          <a:xfrm>
            <a:off x="4217738" y="6276193"/>
            <a:ext cx="512636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線矢印コネクタ 306">
            <a:extLst>
              <a:ext uri="{FF2B5EF4-FFF2-40B4-BE49-F238E27FC236}">
                <a16:creationId xmlns:a16="http://schemas.microsoft.com/office/drawing/2014/main" id="{8F422CBC-C400-33EE-9A07-0A62CFFCB355}"/>
              </a:ext>
            </a:extLst>
          </p:cNvPr>
          <p:cNvCxnSpPr>
            <a:cxnSpLocks/>
          </p:cNvCxnSpPr>
          <p:nvPr/>
        </p:nvCxnSpPr>
        <p:spPr>
          <a:xfrm>
            <a:off x="4763651" y="6276196"/>
            <a:ext cx="32554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線矢印コネクタ 307">
            <a:extLst>
              <a:ext uri="{FF2B5EF4-FFF2-40B4-BE49-F238E27FC236}">
                <a16:creationId xmlns:a16="http://schemas.microsoft.com/office/drawing/2014/main" id="{EA391B53-220F-BDBF-9B19-67864ADB2855}"/>
              </a:ext>
            </a:extLst>
          </p:cNvPr>
          <p:cNvCxnSpPr>
            <a:cxnSpLocks/>
            <a:stCxn id="312" idx="0"/>
          </p:cNvCxnSpPr>
          <p:nvPr/>
        </p:nvCxnSpPr>
        <p:spPr>
          <a:xfrm flipV="1">
            <a:off x="4763643" y="4348798"/>
            <a:ext cx="8" cy="21566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楕円 308">
            <a:extLst>
              <a:ext uri="{FF2B5EF4-FFF2-40B4-BE49-F238E27FC236}">
                <a16:creationId xmlns:a16="http://schemas.microsoft.com/office/drawing/2014/main" id="{9E28D1B0-8015-F569-50AE-E465A4383083}"/>
              </a:ext>
            </a:extLst>
          </p:cNvPr>
          <p:cNvSpPr/>
          <p:nvPr/>
        </p:nvSpPr>
        <p:spPr>
          <a:xfrm>
            <a:off x="4730374" y="6241964"/>
            <a:ext cx="66531" cy="68459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10" name="テキスト ボックス 309">
            <a:extLst>
              <a:ext uri="{FF2B5EF4-FFF2-40B4-BE49-F238E27FC236}">
                <a16:creationId xmlns:a16="http://schemas.microsoft.com/office/drawing/2014/main" id="{4C9AFD6B-4F9B-2567-1A61-0F5B1F910C20}"/>
              </a:ext>
            </a:extLst>
          </p:cNvPr>
          <p:cNvSpPr txBox="1"/>
          <p:nvPr/>
        </p:nvSpPr>
        <p:spPr>
          <a:xfrm>
            <a:off x="7874622" y="622906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x</a:t>
            </a:r>
            <a:endParaRPr kumimoji="1" lang="ja-JP" altLang="en-US" b="1" dirty="0"/>
          </a:p>
        </p:txBody>
      </p:sp>
      <p:sp>
        <p:nvSpPr>
          <p:cNvPr id="311" name="テキスト ボックス 310">
            <a:extLst>
              <a:ext uri="{FF2B5EF4-FFF2-40B4-BE49-F238E27FC236}">
                <a16:creationId xmlns:a16="http://schemas.microsoft.com/office/drawing/2014/main" id="{4B744B0A-5103-44C3-1968-BC12BA7BB25E}"/>
              </a:ext>
            </a:extLst>
          </p:cNvPr>
          <p:cNvSpPr txBox="1"/>
          <p:nvPr/>
        </p:nvSpPr>
        <p:spPr>
          <a:xfrm>
            <a:off x="4455552" y="420690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/>
              <a:t>y</a:t>
            </a:r>
            <a:endParaRPr kumimoji="1" lang="ja-JP" altLang="en-US" b="1" dirty="0"/>
          </a:p>
        </p:txBody>
      </p:sp>
      <p:sp>
        <p:nvSpPr>
          <p:cNvPr id="312" name="矢印: 下 311">
            <a:extLst>
              <a:ext uri="{FF2B5EF4-FFF2-40B4-BE49-F238E27FC236}">
                <a16:creationId xmlns:a16="http://schemas.microsoft.com/office/drawing/2014/main" id="{449B8662-19A4-A4E6-DD46-E87EC4F25B95}"/>
              </a:ext>
            </a:extLst>
          </p:cNvPr>
          <p:cNvSpPr/>
          <p:nvPr/>
        </p:nvSpPr>
        <p:spPr>
          <a:xfrm rot="10800000">
            <a:off x="4632844" y="6276195"/>
            <a:ext cx="261599" cy="229215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3" name="テキスト ボックス 312">
            <a:extLst>
              <a:ext uri="{FF2B5EF4-FFF2-40B4-BE49-F238E27FC236}">
                <a16:creationId xmlns:a16="http://schemas.microsoft.com/office/drawing/2014/main" id="{BA79C37B-47B3-2443-1C98-DE481273B3F9}"/>
              </a:ext>
            </a:extLst>
          </p:cNvPr>
          <p:cNvSpPr txBox="1"/>
          <p:nvPr/>
        </p:nvSpPr>
        <p:spPr>
          <a:xfrm>
            <a:off x="4439948" y="649550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highlight>
                  <a:srgbClr val="00FF00"/>
                </a:highlight>
              </a:rPr>
              <a:t>カメラ</a:t>
            </a:r>
          </a:p>
        </p:txBody>
      </p:sp>
      <p:sp>
        <p:nvSpPr>
          <p:cNvPr id="314" name="楕円 313">
            <a:extLst>
              <a:ext uri="{FF2B5EF4-FFF2-40B4-BE49-F238E27FC236}">
                <a16:creationId xmlns:a16="http://schemas.microsoft.com/office/drawing/2014/main" id="{2CB7A3F9-06D2-470E-6AAA-836BA04145DA}"/>
              </a:ext>
            </a:extLst>
          </p:cNvPr>
          <p:cNvSpPr/>
          <p:nvPr/>
        </p:nvSpPr>
        <p:spPr>
          <a:xfrm>
            <a:off x="4730374" y="4901499"/>
            <a:ext cx="66531" cy="69146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315" name="直線矢印コネクタ 314">
            <a:extLst>
              <a:ext uri="{FF2B5EF4-FFF2-40B4-BE49-F238E27FC236}">
                <a16:creationId xmlns:a16="http://schemas.microsoft.com/office/drawing/2014/main" id="{2D738188-5BEC-F58D-588E-322373816120}"/>
              </a:ext>
            </a:extLst>
          </p:cNvPr>
          <p:cNvCxnSpPr>
            <a:cxnSpLocks/>
          </p:cNvCxnSpPr>
          <p:nvPr/>
        </p:nvCxnSpPr>
        <p:spPr>
          <a:xfrm>
            <a:off x="4559361" y="4944205"/>
            <a:ext cx="0" cy="131633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テキスト ボックス 315">
            <a:extLst>
              <a:ext uri="{FF2B5EF4-FFF2-40B4-BE49-F238E27FC236}">
                <a16:creationId xmlns:a16="http://schemas.microsoft.com/office/drawing/2014/main" id="{81677804-D8B8-FF69-1178-6561C9476CCB}"/>
              </a:ext>
            </a:extLst>
          </p:cNvPr>
          <p:cNvSpPr txBox="1"/>
          <p:nvPr/>
        </p:nvSpPr>
        <p:spPr>
          <a:xfrm>
            <a:off x="4325727" y="5417705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h</a:t>
            </a:r>
            <a:endParaRPr kumimoji="1" lang="ja-JP" altLang="en-US" dirty="0"/>
          </a:p>
        </p:txBody>
      </p:sp>
      <p:cxnSp>
        <p:nvCxnSpPr>
          <p:cNvPr id="319" name="直線コネクタ 318">
            <a:extLst>
              <a:ext uri="{FF2B5EF4-FFF2-40B4-BE49-F238E27FC236}">
                <a16:creationId xmlns:a16="http://schemas.microsoft.com/office/drawing/2014/main" id="{7B4EE279-B6D5-5F37-59BD-00BFB4CD2BF8}"/>
              </a:ext>
            </a:extLst>
          </p:cNvPr>
          <p:cNvCxnSpPr>
            <a:cxnSpLocks/>
            <a:endCxn id="322" idx="6"/>
          </p:cNvCxnSpPr>
          <p:nvPr/>
        </p:nvCxnSpPr>
        <p:spPr>
          <a:xfrm flipH="1" flipV="1">
            <a:off x="4802653" y="4935632"/>
            <a:ext cx="638141" cy="3567"/>
          </a:xfrm>
          <a:prstGeom prst="line">
            <a:avLst/>
          </a:prstGeom>
          <a:ln w="19050">
            <a:solidFill>
              <a:srgbClr val="8FAA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正方形/長方形 319">
            <a:extLst>
              <a:ext uri="{FF2B5EF4-FFF2-40B4-BE49-F238E27FC236}">
                <a16:creationId xmlns:a16="http://schemas.microsoft.com/office/drawing/2014/main" id="{77A00418-7D08-40D9-5495-2D6E9888E4F2}"/>
              </a:ext>
            </a:extLst>
          </p:cNvPr>
          <p:cNvSpPr/>
          <p:nvPr/>
        </p:nvSpPr>
        <p:spPr>
          <a:xfrm>
            <a:off x="4810642" y="5185065"/>
            <a:ext cx="168146" cy="8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1" name="直線矢印コネクタ 320">
            <a:extLst>
              <a:ext uri="{FF2B5EF4-FFF2-40B4-BE49-F238E27FC236}">
                <a16:creationId xmlns:a16="http://schemas.microsoft.com/office/drawing/2014/main" id="{FDA37671-68BF-069E-67B8-2E980784B40F}"/>
              </a:ext>
            </a:extLst>
          </p:cNvPr>
          <p:cNvCxnSpPr>
            <a:cxnSpLocks/>
          </p:cNvCxnSpPr>
          <p:nvPr/>
        </p:nvCxnSpPr>
        <p:spPr>
          <a:xfrm>
            <a:off x="4764128" y="4934406"/>
            <a:ext cx="2816746" cy="578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楕円 321">
            <a:extLst>
              <a:ext uri="{FF2B5EF4-FFF2-40B4-BE49-F238E27FC236}">
                <a16:creationId xmlns:a16="http://schemas.microsoft.com/office/drawing/2014/main" id="{70F471CF-F49E-B22F-0206-8A5CEFEFE5A2}"/>
              </a:ext>
            </a:extLst>
          </p:cNvPr>
          <p:cNvSpPr/>
          <p:nvPr/>
        </p:nvSpPr>
        <p:spPr>
          <a:xfrm>
            <a:off x="4736122" y="4901059"/>
            <a:ext cx="66531" cy="69146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323" name="直線コネクタ 322">
            <a:extLst>
              <a:ext uri="{FF2B5EF4-FFF2-40B4-BE49-F238E27FC236}">
                <a16:creationId xmlns:a16="http://schemas.microsoft.com/office/drawing/2014/main" id="{AFCBC582-9A23-C488-320E-4417D7C332B0}"/>
              </a:ext>
            </a:extLst>
          </p:cNvPr>
          <p:cNvCxnSpPr>
            <a:cxnSpLocks/>
          </p:cNvCxnSpPr>
          <p:nvPr/>
        </p:nvCxnSpPr>
        <p:spPr>
          <a:xfrm flipV="1">
            <a:off x="5052887" y="4711938"/>
            <a:ext cx="740129" cy="49364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テキスト ボックス 323">
            <a:extLst>
              <a:ext uri="{FF2B5EF4-FFF2-40B4-BE49-F238E27FC236}">
                <a16:creationId xmlns:a16="http://schemas.microsoft.com/office/drawing/2014/main" id="{07FD34E6-6866-48D2-37DB-E12282345E2A}"/>
              </a:ext>
            </a:extLst>
          </p:cNvPr>
          <p:cNvSpPr txBox="1"/>
          <p:nvPr/>
        </p:nvSpPr>
        <p:spPr>
          <a:xfrm>
            <a:off x="4968994" y="4595113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</a:t>
            </a:r>
            <a:endParaRPr kumimoji="1" lang="ja-JP" altLang="en-US" dirty="0"/>
          </a:p>
        </p:txBody>
      </p:sp>
      <p:cxnSp>
        <p:nvCxnSpPr>
          <p:cNvPr id="325" name="直線矢印コネクタ 324">
            <a:extLst>
              <a:ext uri="{FF2B5EF4-FFF2-40B4-BE49-F238E27FC236}">
                <a16:creationId xmlns:a16="http://schemas.microsoft.com/office/drawing/2014/main" id="{39B805DC-E10D-2DDE-31A0-FD2A53464E22}"/>
              </a:ext>
            </a:extLst>
          </p:cNvPr>
          <p:cNvCxnSpPr>
            <a:cxnSpLocks/>
          </p:cNvCxnSpPr>
          <p:nvPr/>
        </p:nvCxnSpPr>
        <p:spPr>
          <a:xfrm>
            <a:off x="4769319" y="4875307"/>
            <a:ext cx="672958" cy="45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直線矢印コネクタ 325">
            <a:extLst>
              <a:ext uri="{FF2B5EF4-FFF2-40B4-BE49-F238E27FC236}">
                <a16:creationId xmlns:a16="http://schemas.microsoft.com/office/drawing/2014/main" id="{8CB7EE8D-6443-D73D-03B0-1AB424A2D70B}"/>
              </a:ext>
            </a:extLst>
          </p:cNvPr>
          <p:cNvCxnSpPr>
            <a:cxnSpLocks/>
            <a:endCxn id="327" idx="4"/>
          </p:cNvCxnSpPr>
          <p:nvPr/>
        </p:nvCxnSpPr>
        <p:spPr>
          <a:xfrm flipV="1">
            <a:off x="4769391" y="4965217"/>
            <a:ext cx="681670" cy="1310538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楕円 326">
            <a:extLst>
              <a:ext uri="{FF2B5EF4-FFF2-40B4-BE49-F238E27FC236}">
                <a16:creationId xmlns:a16="http://schemas.microsoft.com/office/drawing/2014/main" id="{7ED71AF7-55C1-907A-3ECB-0ABFEC14F784}"/>
              </a:ext>
            </a:extLst>
          </p:cNvPr>
          <p:cNvSpPr/>
          <p:nvPr/>
        </p:nvSpPr>
        <p:spPr>
          <a:xfrm>
            <a:off x="5424293" y="4911286"/>
            <a:ext cx="53535" cy="539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337" name="直線コネクタ 336">
            <a:extLst>
              <a:ext uri="{FF2B5EF4-FFF2-40B4-BE49-F238E27FC236}">
                <a16:creationId xmlns:a16="http://schemas.microsoft.com/office/drawing/2014/main" id="{2822B3EE-3CA6-97F8-623F-3EE24631DC1B}"/>
              </a:ext>
            </a:extLst>
          </p:cNvPr>
          <p:cNvCxnSpPr>
            <a:cxnSpLocks/>
            <a:stCxn id="345" idx="0"/>
            <a:endCxn id="343" idx="2"/>
          </p:cNvCxnSpPr>
          <p:nvPr/>
        </p:nvCxnSpPr>
        <p:spPr>
          <a:xfrm flipV="1">
            <a:off x="938095" y="3082631"/>
            <a:ext cx="635588" cy="5903"/>
          </a:xfrm>
          <a:prstGeom prst="line">
            <a:avLst/>
          </a:prstGeom>
          <a:ln w="19050">
            <a:solidFill>
              <a:srgbClr val="8FAA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線コネクタ 337">
            <a:extLst>
              <a:ext uri="{FF2B5EF4-FFF2-40B4-BE49-F238E27FC236}">
                <a16:creationId xmlns:a16="http://schemas.microsoft.com/office/drawing/2014/main" id="{38218036-D022-4339-E7C0-CCF2988837D2}"/>
              </a:ext>
            </a:extLst>
          </p:cNvPr>
          <p:cNvCxnSpPr>
            <a:cxnSpLocks/>
            <a:endCxn id="343" idx="6"/>
          </p:cNvCxnSpPr>
          <p:nvPr/>
        </p:nvCxnSpPr>
        <p:spPr>
          <a:xfrm flipH="1" flipV="1">
            <a:off x="1640214" y="3082631"/>
            <a:ext cx="638141" cy="3567"/>
          </a:xfrm>
          <a:prstGeom prst="line">
            <a:avLst/>
          </a:prstGeom>
          <a:ln w="19050">
            <a:solidFill>
              <a:srgbClr val="8FAA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正方形/長方形 339">
            <a:extLst>
              <a:ext uri="{FF2B5EF4-FFF2-40B4-BE49-F238E27FC236}">
                <a16:creationId xmlns:a16="http://schemas.microsoft.com/office/drawing/2014/main" id="{40136C94-03B6-A569-FA5A-B5159868B893}"/>
              </a:ext>
            </a:extLst>
          </p:cNvPr>
          <p:cNvSpPr/>
          <p:nvPr/>
        </p:nvSpPr>
        <p:spPr>
          <a:xfrm>
            <a:off x="1648203" y="3332064"/>
            <a:ext cx="168146" cy="8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3" name="楕円 342">
            <a:extLst>
              <a:ext uri="{FF2B5EF4-FFF2-40B4-BE49-F238E27FC236}">
                <a16:creationId xmlns:a16="http://schemas.microsoft.com/office/drawing/2014/main" id="{C9287DDC-4D68-E712-6CBD-6E8C92DA9614}"/>
              </a:ext>
            </a:extLst>
          </p:cNvPr>
          <p:cNvSpPr/>
          <p:nvPr/>
        </p:nvSpPr>
        <p:spPr>
          <a:xfrm>
            <a:off x="1573683" y="3048058"/>
            <a:ext cx="66531" cy="69146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45" name="フリーフォーム: 図形 344">
            <a:extLst>
              <a:ext uri="{FF2B5EF4-FFF2-40B4-BE49-F238E27FC236}">
                <a16:creationId xmlns:a16="http://schemas.microsoft.com/office/drawing/2014/main" id="{9FB8F475-75B4-7CA1-A780-B67496A2A63E}"/>
              </a:ext>
            </a:extLst>
          </p:cNvPr>
          <p:cNvSpPr/>
          <p:nvPr/>
        </p:nvSpPr>
        <p:spPr>
          <a:xfrm rot="21540000" flipH="1">
            <a:off x="941016" y="3082773"/>
            <a:ext cx="657225" cy="340518"/>
          </a:xfrm>
          <a:custGeom>
            <a:avLst/>
            <a:gdLst>
              <a:gd name="csX0" fmla="*/ 657225 w 657225"/>
              <a:gd name="csY0" fmla="*/ 0 h 340518"/>
              <a:gd name="csX1" fmla="*/ 452438 w 657225"/>
              <a:gd name="csY1" fmla="*/ 228600 h 340518"/>
              <a:gd name="csX2" fmla="*/ 0 w 657225"/>
              <a:gd name="csY2" fmla="*/ 340518 h 3405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57225" h="340518">
                <a:moveTo>
                  <a:pt x="657225" y="0"/>
                </a:moveTo>
                <a:cubicBezTo>
                  <a:pt x="609600" y="85923"/>
                  <a:pt x="561976" y="171847"/>
                  <a:pt x="452438" y="228600"/>
                </a:cubicBezTo>
                <a:cubicBezTo>
                  <a:pt x="342900" y="285353"/>
                  <a:pt x="171450" y="312935"/>
                  <a:pt x="0" y="340518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6" name="フリーフォーム: 図形 345">
            <a:extLst>
              <a:ext uri="{FF2B5EF4-FFF2-40B4-BE49-F238E27FC236}">
                <a16:creationId xmlns:a16="http://schemas.microsoft.com/office/drawing/2014/main" id="{C3310B3F-C4D2-267C-F879-78E1B0688474}"/>
              </a:ext>
            </a:extLst>
          </p:cNvPr>
          <p:cNvSpPr/>
          <p:nvPr/>
        </p:nvSpPr>
        <p:spPr>
          <a:xfrm rot="60000">
            <a:off x="1619692" y="3081383"/>
            <a:ext cx="657225" cy="340518"/>
          </a:xfrm>
          <a:custGeom>
            <a:avLst/>
            <a:gdLst>
              <a:gd name="csX0" fmla="*/ 657225 w 657225"/>
              <a:gd name="csY0" fmla="*/ 0 h 340518"/>
              <a:gd name="csX1" fmla="*/ 452438 w 657225"/>
              <a:gd name="csY1" fmla="*/ 228600 h 340518"/>
              <a:gd name="csX2" fmla="*/ 0 w 657225"/>
              <a:gd name="csY2" fmla="*/ 340518 h 3405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57225" h="340518">
                <a:moveTo>
                  <a:pt x="657225" y="0"/>
                </a:moveTo>
                <a:cubicBezTo>
                  <a:pt x="609600" y="85923"/>
                  <a:pt x="561976" y="171847"/>
                  <a:pt x="452438" y="228600"/>
                </a:cubicBezTo>
                <a:cubicBezTo>
                  <a:pt x="342900" y="285353"/>
                  <a:pt x="171450" y="312935"/>
                  <a:pt x="0" y="340518"/>
                </a:cubicBezTo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9" name="楕円 348">
            <a:extLst>
              <a:ext uri="{FF2B5EF4-FFF2-40B4-BE49-F238E27FC236}">
                <a16:creationId xmlns:a16="http://schemas.microsoft.com/office/drawing/2014/main" id="{95BF2F5B-C616-A866-1A5D-781CBC5E0885}"/>
              </a:ext>
            </a:extLst>
          </p:cNvPr>
          <p:cNvSpPr/>
          <p:nvPr/>
        </p:nvSpPr>
        <p:spPr>
          <a:xfrm>
            <a:off x="6105552" y="1951669"/>
            <a:ext cx="53535" cy="539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228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195</Words>
  <Application>Microsoft Office PowerPoint</Application>
  <PresentationFormat>ワイド画面</PresentationFormat>
  <Paragraphs>44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晟乃 中村</dc:creator>
  <cp:lastModifiedBy>晟乃 中村</cp:lastModifiedBy>
  <cp:revision>2</cp:revision>
  <dcterms:created xsi:type="dcterms:W3CDTF">2026-02-28T15:29:02Z</dcterms:created>
  <dcterms:modified xsi:type="dcterms:W3CDTF">2026-10-16T09:51:57Z</dcterms:modified>
</cp:coreProperties>
</file>