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-25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23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97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72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83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26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32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7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38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34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31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11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1548-3D3F-44CD-93D8-B11B3964907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71F28-3494-4853-BEE7-4ADDA10CFA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73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964E18E-7DC5-85AF-3229-994E042FE8EE}"/>
              </a:ext>
            </a:extLst>
          </p:cNvPr>
          <p:cNvGrpSpPr/>
          <p:nvPr/>
        </p:nvGrpSpPr>
        <p:grpSpPr>
          <a:xfrm>
            <a:off x="3586038" y="261834"/>
            <a:ext cx="4288756" cy="6334332"/>
            <a:chOff x="3586038" y="261834"/>
            <a:chExt cx="4288756" cy="633433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0388504-31DA-4305-F717-4041112D4ECF}"/>
                </a:ext>
              </a:extLst>
            </p:cNvPr>
            <p:cNvSpPr/>
            <p:nvPr/>
          </p:nvSpPr>
          <p:spPr>
            <a:xfrm>
              <a:off x="3586042" y="497428"/>
              <a:ext cx="4288751" cy="58631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F59640E-2ECF-D15E-7A9B-6B7DB486E76A}"/>
                </a:ext>
              </a:extLst>
            </p:cNvPr>
            <p:cNvSpPr txBox="1"/>
            <p:nvPr/>
          </p:nvSpPr>
          <p:spPr>
            <a:xfrm>
              <a:off x="3586040" y="502190"/>
              <a:ext cx="876262" cy="5863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PB15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PC6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PC7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PC8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PC9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PA8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PA11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PA12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PA13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PA14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PA15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PC10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PC11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PC12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PD2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PB3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PB4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PB5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PB6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PB7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PB8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PB9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GND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NRST</a:t>
              </a:r>
            </a:p>
            <a:p>
              <a:r>
                <a:rPr kumimoji="1" lang="en-US" altLang="ja-JP" sz="1500" dirty="0">
                  <a:solidFill>
                    <a:schemeClr val="bg1"/>
                  </a:solidFill>
                </a:rPr>
                <a:t>GND</a:t>
              </a:r>
              <a:endParaRPr kumimoji="1" lang="ja-JP" alt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FA561F9-9C38-97E2-DFCE-E2CE1E99861E}"/>
                </a:ext>
              </a:extLst>
            </p:cNvPr>
            <p:cNvSpPr/>
            <p:nvPr/>
          </p:nvSpPr>
          <p:spPr>
            <a:xfrm>
              <a:off x="5100507" y="261834"/>
              <a:ext cx="1258310" cy="9653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7095F1B-B01B-C5CE-71CC-26DD6752E000}"/>
                </a:ext>
              </a:extLst>
            </p:cNvPr>
            <p:cNvSpPr/>
            <p:nvPr/>
          </p:nvSpPr>
          <p:spPr>
            <a:xfrm>
              <a:off x="5100506" y="2946335"/>
              <a:ext cx="1258310" cy="96532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CE3EBE0A-BA61-1707-73F6-359758645C19}"/>
                </a:ext>
              </a:extLst>
            </p:cNvPr>
            <p:cNvSpPr txBox="1"/>
            <p:nvPr/>
          </p:nvSpPr>
          <p:spPr>
            <a:xfrm>
              <a:off x="6998531" y="502190"/>
              <a:ext cx="876262" cy="6093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VIN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GND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+3V3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PB14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PB13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PB12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PB10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PB1</a:t>
              </a:r>
              <a:r>
                <a:rPr kumimoji="1" lang="ja-JP" altLang="en-US" sz="1500" dirty="0">
                  <a:solidFill>
                    <a:schemeClr val="bg1"/>
                  </a:solidFill>
                </a:rPr>
                <a:t>　　　　    </a:t>
              </a:r>
              <a:endParaRPr kumimoji="1" lang="en-US" altLang="ja-JP" sz="1500" dirty="0">
                <a:solidFill>
                  <a:schemeClr val="bg1"/>
                </a:solidFill>
              </a:endParaRP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PC5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PC4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   PA7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   PA6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PA5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PA4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PA3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PA2       PA1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PA0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PC3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PC2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PC1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PC0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PC15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PC14</a:t>
              </a:r>
            </a:p>
            <a:p>
              <a:pPr algn="r"/>
              <a:r>
                <a:rPr kumimoji="1" lang="en-US" altLang="ja-JP" sz="1500" dirty="0">
                  <a:solidFill>
                    <a:schemeClr val="bg1"/>
                  </a:solidFill>
                </a:rPr>
                <a:t>PC13</a:t>
              </a:r>
              <a:endParaRPr kumimoji="1" lang="ja-JP" altLang="en-US" sz="1500" dirty="0">
                <a:solidFill>
                  <a:schemeClr val="bg1"/>
                </a:solidFill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F2BCFD84-BB74-348A-7BB5-C3F00971CD05}"/>
                </a:ext>
              </a:extLst>
            </p:cNvPr>
            <p:cNvSpPr txBox="1"/>
            <p:nvPr/>
          </p:nvSpPr>
          <p:spPr>
            <a:xfrm>
              <a:off x="6358817" y="492413"/>
              <a:ext cx="1515977" cy="51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en-US" altLang="ja-JP" sz="1500" dirty="0"/>
            </a:p>
            <a:p>
              <a:endParaRPr kumimoji="1" lang="en-US" altLang="ja-JP" sz="1500" dirty="0"/>
            </a:p>
            <a:p>
              <a:endParaRPr kumimoji="1" lang="en-US" altLang="ja-JP" sz="1500" dirty="0"/>
            </a:p>
            <a:p>
              <a:r>
                <a:rPr kumimoji="1" lang="en-US" altLang="ja-JP" sz="1500" dirty="0"/>
                <a:t>D</a:t>
              </a:r>
            </a:p>
            <a:p>
              <a:r>
                <a:rPr kumimoji="1" lang="en-US" altLang="ja-JP" sz="1500" dirty="0"/>
                <a:t>D</a:t>
              </a:r>
            </a:p>
            <a:p>
              <a:r>
                <a:rPr kumimoji="1" lang="en-US" altLang="ja-JP" sz="1500" dirty="0"/>
                <a:t>D</a:t>
              </a:r>
            </a:p>
            <a:p>
              <a:r>
                <a:rPr kumimoji="1" lang="en-US" altLang="ja-JP" sz="1500" dirty="0"/>
                <a:t>Serial3 TX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Serial3 RX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Serial2 RX</a:t>
              </a:r>
            </a:p>
            <a:p>
              <a:r>
                <a:rPr kumimoji="1" lang="en-US" altLang="ja-JP" sz="1500" dirty="0"/>
                <a:t>Serial2 TX</a:t>
              </a:r>
            </a:p>
            <a:p>
              <a:r>
                <a:rPr kumimoji="1" lang="en-US" altLang="ja-JP" sz="1500" dirty="0"/>
                <a:t>Serial4 RX</a:t>
              </a:r>
            </a:p>
            <a:p>
              <a:r>
                <a:rPr kumimoji="1" lang="en-US" altLang="ja-JP" sz="1500" dirty="0"/>
                <a:t>Serial4 TX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</a:p>
            <a:p>
              <a:r>
                <a:rPr kumimoji="1" lang="en-US" altLang="ja-JP" sz="1500" dirty="0"/>
                <a:t>A/D</a:t>
              </a:r>
              <a:endParaRPr kumimoji="1" lang="ja-JP" altLang="en-US" sz="1500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4EBE350-DD4A-1AF7-2403-27CFD42D6708}"/>
                </a:ext>
              </a:extLst>
            </p:cNvPr>
            <p:cNvSpPr txBox="1"/>
            <p:nvPr/>
          </p:nvSpPr>
          <p:spPr>
            <a:xfrm>
              <a:off x="3586038" y="492413"/>
              <a:ext cx="1514468" cy="51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ja-JP" altLang="en-US" sz="1500" dirty="0"/>
                <a:t>　　　</a:t>
              </a:r>
              <a:r>
                <a:rPr kumimoji="1" lang="en-US" altLang="ja-JP" sz="1500" dirty="0"/>
                <a:t>TX Serial6</a:t>
              </a:r>
            </a:p>
            <a:p>
              <a:pPr algn="r"/>
              <a:r>
                <a:rPr kumimoji="1" lang="en-US" altLang="ja-JP" sz="1500" dirty="0"/>
                <a:t>RX Serial6</a:t>
              </a:r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en-US" altLang="ja-JP" sz="1500" dirty="0"/>
                <a:t>SDA I2C3</a:t>
              </a:r>
            </a:p>
            <a:p>
              <a:pPr algn="r"/>
              <a:r>
                <a:rPr kumimoji="1" lang="en-US" altLang="ja-JP" sz="1500" dirty="0"/>
                <a:t>SCL I2C3</a:t>
              </a:r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endParaRPr kumimoji="1" lang="en-US" altLang="ja-JP" sz="1500" dirty="0"/>
            </a:p>
            <a:p>
              <a:pPr algn="r"/>
              <a:endParaRPr kumimoji="1" lang="en-US" altLang="ja-JP" sz="1500" dirty="0"/>
            </a:p>
            <a:p>
              <a:pPr algn="r"/>
              <a:endParaRPr kumimoji="1" lang="en-US" altLang="ja-JP" sz="1500" dirty="0"/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en-US" altLang="ja-JP" sz="1500" dirty="0"/>
                <a:t> TX Serial5</a:t>
              </a:r>
            </a:p>
            <a:p>
              <a:pPr algn="r"/>
              <a:r>
                <a:rPr kumimoji="1" lang="en-US" altLang="ja-JP" sz="1500" dirty="0"/>
                <a:t>RX Serial5</a:t>
              </a:r>
            </a:p>
            <a:p>
              <a:pPr algn="r"/>
              <a:endParaRPr kumimoji="1" lang="en-US" altLang="ja-JP" sz="1500" dirty="0"/>
            </a:p>
            <a:p>
              <a:pPr algn="r"/>
              <a:r>
                <a:rPr kumimoji="1" lang="en-US" altLang="ja-JP" sz="1500" dirty="0"/>
                <a:t>SDA I2C3</a:t>
              </a:r>
            </a:p>
            <a:p>
              <a:pPr algn="r"/>
              <a:r>
                <a:rPr kumimoji="1" lang="en-US" altLang="ja-JP" sz="1500" dirty="0"/>
                <a:t>D</a:t>
              </a:r>
            </a:p>
            <a:p>
              <a:pPr algn="r"/>
              <a:r>
                <a:rPr kumimoji="1" lang="en-US" altLang="ja-JP" sz="1500" dirty="0"/>
                <a:t>SCL I2C1</a:t>
              </a:r>
            </a:p>
            <a:p>
              <a:pPr algn="r"/>
              <a:r>
                <a:rPr kumimoji="1" lang="en-US" altLang="ja-JP" sz="1500" dirty="0"/>
                <a:t>SDA I2C1</a:t>
              </a:r>
            </a:p>
            <a:p>
              <a:pPr algn="r"/>
              <a:r>
                <a:rPr kumimoji="1" lang="en-US" altLang="ja-JP" sz="1500" dirty="0"/>
                <a:t>SCL I2C1</a:t>
              </a:r>
            </a:p>
            <a:p>
              <a:pPr algn="r"/>
              <a:r>
                <a:rPr kumimoji="1" lang="en-US" altLang="ja-JP" sz="1500" dirty="0"/>
                <a:t>SDA I2C1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947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129</Words>
  <Application>Microsoft Office PowerPoint</Application>
  <PresentationFormat>ワイド画面</PresentationFormat>
  <Paragraphs>93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晟乃 中村</dc:creator>
  <cp:lastModifiedBy>晟乃 中村</cp:lastModifiedBy>
  <cp:revision>6</cp:revision>
  <dcterms:created xsi:type="dcterms:W3CDTF">2026-06-27T06:20:45Z</dcterms:created>
  <dcterms:modified xsi:type="dcterms:W3CDTF">2026-07-02T09:07:19Z</dcterms:modified>
</cp:coreProperties>
</file>